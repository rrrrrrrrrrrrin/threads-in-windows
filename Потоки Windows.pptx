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sldIdLst>
    <p:sldId id="265" r:id="rId2"/>
    <p:sldId id="257" r:id="rId3"/>
    <p:sldId id="274" r:id="rId4"/>
    <p:sldId id="273" r:id="rId5"/>
    <p:sldId id="277" r:id="rId6"/>
    <p:sldId id="284" r:id="rId7"/>
    <p:sldId id="268" r:id="rId8"/>
    <p:sldId id="271" r:id="rId9"/>
    <p:sldId id="280" r:id="rId10"/>
    <p:sldId id="259" r:id="rId11"/>
    <p:sldId id="260" r:id="rId12"/>
    <p:sldId id="281" r:id="rId13"/>
    <p:sldId id="283" r:id="rId14"/>
    <p:sldId id="278" r:id="rId15"/>
    <p:sldId id="261" r:id="rId16"/>
    <p:sldId id="275" r:id="rId17"/>
    <p:sldId id="285" r:id="rId18"/>
    <p:sldId id="286" r:id="rId19"/>
    <p:sldId id="287" r:id="rId20"/>
    <p:sldId id="288" r:id="rId21"/>
    <p:sldId id="291" r:id="rId22"/>
    <p:sldId id="289" r:id="rId23"/>
    <p:sldId id="290" r:id="rId24"/>
    <p:sldId id="276" r:id="rId25"/>
    <p:sldId id="262" r:id="rId26"/>
    <p:sldId id="270" r:id="rId27"/>
    <p:sldId id="263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36B9C-A406-4B26-2935-E2EF97CEBF47}" v="101" dt="2025-11-13T14:21:47.785"/>
    <p1510:client id="{700BBA03-7258-4E04-1EAD-15C4EFF6A645}" v="347" dt="2025-11-13T15:10:55.921"/>
    <p1510:client id="{934CCCE6-7FCD-A556-A0B1-9E18122349C5}" v="16" dt="2025-11-13T21:19:43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na Berdieva" userId="e8634da2c873a5eb" providerId="Windows Live" clId="Web-{B83419E4-94EF-4E90-FE08-C876ADF4D338}"/>
    <pc:docChg chg="addSld delSld modSld">
      <pc:chgData name="Arina Berdieva" userId="e8634da2c873a5eb" providerId="Windows Live" clId="Web-{B83419E4-94EF-4E90-FE08-C876ADF4D338}" dt="2025-11-10T17:35:16.054" v="552" actId="20577"/>
      <pc:docMkLst>
        <pc:docMk/>
      </pc:docMkLst>
      <pc:sldChg chg="modSp">
        <pc:chgData name="Arina Berdieva" userId="e8634da2c873a5eb" providerId="Windows Live" clId="Web-{B83419E4-94EF-4E90-FE08-C876ADF4D338}" dt="2025-11-10T16:20:16.038" v="347" actId="20577"/>
        <pc:sldMkLst>
          <pc:docMk/>
          <pc:sldMk cId="271696316" sldId="263"/>
        </pc:sldMkLst>
        <pc:spChg chg="mod">
          <ac:chgData name="Arina Berdieva" userId="e8634da2c873a5eb" providerId="Windows Live" clId="Web-{B83419E4-94EF-4E90-FE08-C876ADF4D338}" dt="2025-11-10T16:20:16.038" v="347" actId="20577"/>
          <ac:spMkLst>
            <pc:docMk/>
            <pc:sldMk cId="271696316" sldId="263"/>
            <ac:spMk id="3" creationId="{385F66A1-D725-73B3-D486-B08E33C206BA}"/>
          </ac:spMkLst>
        </pc:spChg>
      </pc:sldChg>
      <pc:sldChg chg="modSp">
        <pc:chgData name="Arina Berdieva" userId="e8634da2c873a5eb" providerId="Windows Live" clId="Web-{B83419E4-94EF-4E90-FE08-C876ADF4D338}" dt="2025-11-10T16:20:37.168" v="348" actId="1076"/>
        <pc:sldMkLst>
          <pc:docMk/>
          <pc:sldMk cId="344384977" sldId="268"/>
        </pc:sldMkLst>
        <pc:spChg chg="mod">
          <ac:chgData name="Arina Berdieva" userId="e8634da2c873a5eb" providerId="Windows Live" clId="Web-{B83419E4-94EF-4E90-FE08-C876ADF4D338}" dt="2025-11-10T16:20:37.168" v="348" actId="1076"/>
          <ac:spMkLst>
            <pc:docMk/>
            <pc:sldMk cId="344384977" sldId="268"/>
            <ac:spMk id="6" creationId="{C84DA6B6-2ECF-82A6-8833-EB6D36238A0B}"/>
          </ac:spMkLst>
        </pc:spChg>
      </pc:sldChg>
      <pc:sldChg chg="modSp">
        <pc:chgData name="Arina Berdieva" userId="e8634da2c873a5eb" providerId="Windows Live" clId="Web-{B83419E4-94EF-4E90-FE08-C876ADF4D338}" dt="2025-11-10T17:35:16.054" v="552" actId="20577"/>
        <pc:sldMkLst>
          <pc:docMk/>
          <pc:sldMk cId="1761471132" sldId="273"/>
        </pc:sldMkLst>
        <pc:spChg chg="mod">
          <ac:chgData name="Arina Berdieva" userId="e8634da2c873a5eb" providerId="Windows Live" clId="Web-{B83419E4-94EF-4E90-FE08-C876ADF4D338}" dt="2025-11-10T17:35:16.054" v="552" actId="20577"/>
          <ac:spMkLst>
            <pc:docMk/>
            <pc:sldMk cId="1761471132" sldId="273"/>
            <ac:spMk id="3" creationId="{8082DF84-B7AD-28DA-28C4-11CA9EDFFEF4}"/>
          </ac:spMkLst>
        </pc:spChg>
      </pc:sldChg>
      <pc:sldChg chg="modSp">
        <pc:chgData name="Arina Berdieva" userId="e8634da2c873a5eb" providerId="Windows Live" clId="Web-{B83419E4-94EF-4E90-FE08-C876ADF4D338}" dt="2025-11-10T17:34:39.866" v="549" actId="14100"/>
        <pc:sldMkLst>
          <pc:docMk/>
          <pc:sldMk cId="3564380907" sldId="274"/>
        </pc:sldMkLst>
        <pc:spChg chg="mod">
          <ac:chgData name="Arina Berdieva" userId="e8634da2c873a5eb" providerId="Windows Live" clId="Web-{B83419E4-94EF-4E90-FE08-C876ADF4D338}" dt="2025-11-10T17:34:39.866" v="549" actId="14100"/>
          <ac:spMkLst>
            <pc:docMk/>
            <pc:sldMk cId="3564380907" sldId="274"/>
            <ac:spMk id="6" creationId="{135425CF-3DD1-87FF-CB15-B770C658DAA6}"/>
          </ac:spMkLst>
        </pc:spChg>
      </pc:sldChg>
      <pc:sldChg chg="modSp">
        <pc:chgData name="Arina Berdieva" userId="e8634da2c873a5eb" providerId="Windows Live" clId="Web-{B83419E4-94EF-4E90-FE08-C876ADF4D338}" dt="2025-11-10T16:30:12.470" v="459" actId="20577"/>
        <pc:sldMkLst>
          <pc:docMk/>
          <pc:sldMk cId="1022073571" sldId="276"/>
        </pc:sldMkLst>
        <pc:spChg chg="mod">
          <ac:chgData name="Arina Berdieva" userId="e8634da2c873a5eb" providerId="Windows Live" clId="Web-{B83419E4-94EF-4E90-FE08-C876ADF4D338}" dt="2025-11-10T16:30:12.470" v="459" actId="20577"/>
          <ac:spMkLst>
            <pc:docMk/>
            <pc:sldMk cId="1022073571" sldId="276"/>
            <ac:spMk id="2" creationId="{2FA36DCA-F9D1-1BC5-2BAF-BA17D11E2254}"/>
          </ac:spMkLst>
        </pc:spChg>
      </pc:sldChg>
      <pc:sldChg chg="modSp">
        <pc:chgData name="Arina Berdieva" userId="e8634da2c873a5eb" providerId="Windows Live" clId="Web-{B83419E4-94EF-4E90-FE08-C876ADF4D338}" dt="2025-11-10T16:30:56.909" v="514" actId="1076"/>
        <pc:sldMkLst>
          <pc:docMk/>
          <pc:sldMk cId="1346494861" sldId="279"/>
        </pc:sldMkLst>
        <pc:spChg chg="mod">
          <ac:chgData name="Arina Berdieva" userId="e8634da2c873a5eb" providerId="Windows Live" clId="Web-{B83419E4-94EF-4E90-FE08-C876ADF4D338}" dt="2025-11-10T16:30:56.909" v="514" actId="1076"/>
          <ac:spMkLst>
            <pc:docMk/>
            <pc:sldMk cId="1346494861" sldId="279"/>
            <ac:spMk id="3" creationId="{717B27EC-5414-CBDB-A1B6-F569DEA261D8}"/>
          </ac:spMkLst>
        </pc:spChg>
      </pc:sldChg>
      <pc:sldChg chg="modSp">
        <pc:chgData name="Arina Berdieva" userId="e8634da2c873a5eb" providerId="Windows Live" clId="Web-{B83419E4-94EF-4E90-FE08-C876ADF4D338}" dt="2025-11-10T16:34:35.759" v="547" actId="20577"/>
        <pc:sldMkLst>
          <pc:docMk/>
          <pc:sldMk cId="139006566" sldId="280"/>
        </pc:sldMkLst>
        <pc:spChg chg="mod">
          <ac:chgData name="Arina Berdieva" userId="e8634da2c873a5eb" providerId="Windows Live" clId="Web-{B83419E4-94EF-4E90-FE08-C876ADF4D338}" dt="2025-11-10T16:34:35.759" v="547" actId="20577"/>
          <ac:spMkLst>
            <pc:docMk/>
            <pc:sldMk cId="139006566" sldId="280"/>
            <ac:spMk id="2" creationId="{1B0910B4-B042-C56F-06B9-15F477985073}"/>
          </ac:spMkLst>
        </pc:spChg>
        <pc:spChg chg="mod">
          <ac:chgData name="Arina Berdieva" userId="e8634da2c873a5eb" providerId="Windows Live" clId="Web-{B83419E4-94EF-4E90-FE08-C876ADF4D338}" dt="2025-11-10T16:28:01.918" v="349" actId="20577"/>
          <ac:spMkLst>
            <pc:docMk/>
            <pc:sldMk cId="139006566" sldId="280"/>
            <ac:spMk id="3" creationId="{833CC69B-1967-FF9F-2093-D607B49CD252}"/>
          </ac:spMkLst>
        </pc:spChg>
      </pc:sldChg>
      <pc:sldChg chg="modSp">
        <pc:chgData name="Arina Berdieva" userId="e8634da2c873a5eb" providerId="Windows Live" clId="Web-{B83419E4-94EF-4E90-FE08-C876ADF4D338}" dt="2025-11-10T16:28:58.249" v="417" actId="20577"/>
        <pc:sldMkLst>
          <pc:docMk/>
          <pc:sldMk cId="436375839" sldId="281"/>
        </pc:sldMkLst>
        <pc:spChg chg="mod">
          <ac:chgData name="Arina Berdieva" userId="e8634da2c873a5eb" providerId="Windows Live" clId="Web-{B83419E4-94EF-4E90-FE08-C876ADF4D338}" dt="2025-11-10T16:28:58.249" v="417" actId="20577"/>
          <ac:spMkLst>
            <pc:docMk/>
            <pc:sldMk cId="436375839" sldId="281"/>
            <ac:spMk id="2" creationId="{EBCBE0ED-2EB4-2E7D-35F1-0A40F7C42B9F}"/>
          </ac:spMkLst>
        </pc:spChg>
      </pc:sldChg>
      <pc:sldChg chg="modSp">
        <pc:chgData name="Arina Berdieva" userId="e8634da2c873a5eb" providerId="Windows Live" clId="Web-{B83419E4-94EF-4E90-FE08-C876ADF4D338}" dt="2025-11-10T16:32:13.286" v="533" actId="20577"/>
        <pc:sldMkLst>
          <pc:docMk/>
          <pc:sldMk cId="1326676302" sldId="283"/>
        </pc:sldMkLst>
        <pc:spChg chg="mod">
          <ac:chgData name="Arina Berdieva" userId="e8634da2c873a5eb" providerId="Windows Live" clId="Web-{B83419E4-94EF-4E90-FE08-C876ADF4D338}" dt="2025-11-10T16:32:13.286" v="533" actId="20577"/>
          <ac:spMkLst>
            <pc:docMk/>
            <pc:sldMk cId="1326676302" sldId="283"/>
            <ac:spMk id="2" creationId="{9CD95AFC-F5E1-4688-0B35-D75DD2344045}"/>
          </ac:spMkLst>
        </pc:spChg>
        <pc:spChg chg="mod">
          <ac:chgData name="Arina Berdieva" userId="e8634da2c873a5eb" providerId="Windows Live" clId="Web-{B83419E4-94EF-4E90-FE08-C876ADF4D338}" dt="2025-11-10T16:31:53.036" v="525" actId="1076"/>
          <ac:spMkLst>
            <pc:docMk/>
            <pc:sldMk cId="1326676302" sldId="283"/>
            <ac:spMk id="3" creationId="{77577FDC-A985-C9B3-9A7C-D5B168D0751A}"/>
          </ac:spMkLst>
        </pc:spChg>
      </pc:sldChg>
      <pc:sldChg chg="modSp">
        <pc:chgData name="Arina Berdieva" userId="e8634da2c873a5eb" providerId="Windows Live" clId="Web-{B83419E4-94EF-4E90-FE08-C876ADF4D338}" dt="2025-11-10T15:10:35.997" v="269" actId="1076"/>
        <pc:sldMkLst>
          <pc:docMk/>
          <pc:sldMk cId="1625859641" sldId="285"/>
        </pc:sldMkLst>
        <pc:spChg chg="mod">
          <ac:chgData name="Arina Berdieva" userId="e8634da2c873a5eb" providerId="Windows Live" clId="Web-{B83419E4-94EF-4E90-FE08-C876ADF4D338}" dt="2025-11-10T15:10:35.997" v="269" actId="1076"/>
          <ac:spMkLst>
            <pc:docMk/>
            <pc:sldMk cId="1625859641" sldId="285"/>
            <ac:spMk id="3" creationId="{78254102-7EB4-9CB9-F212-0B94584F5672}"/>
          </ac:spMkLst>
        </pc:spChg>
      </pc:sldChg>
      <pc:sldChg chg="delSp modSp new">
        <pc:chgData name="Arina Berdieva" userId="e8634da2c873a5eb" providerId="Windows Live" clId="Web-{B83419E4-94EF-4E90-FE08-C876ADF4D338}" dt="2025-11-10T15:10:27.982" v="268" actId="20577"/>
        <pc:sldMkLst>
          <pc:docMk/>
          <pc:sldMk cId="1304107229" sldId="286"/>
        </pc:sldMkLst>
        <pc:spChg chg="mod">
          <ac:chgData name="Arina Berdieva" userId="e8634da2c873a5eb" providerId="Windows Live" clId="Web-{B83419E4-94EF-4E90-FE08-C876ADF4D338}" dt="2025-11-10T15:10:27.982" v="268" actId="20577"/>
          <ac:spMkLst>
            <pc:docMk/>
            <pc:sldMk cId="1304107229" sldId="286"/>
            <ac:spMk id="3" creationId="{F71A180E-B8A6-760B-480D-E0FA5312A6FB}"/>
          </ac:spMkLst>
        </pc:spChg>
      </pc:sldChg>
      <pc:sldChg chg="delSp modSp new">
        <pc:chgData name="Arina Berdieva" userId="e8634da2c873a5eb" providerId="Windows Live" clId="Web-{B83419E4-94EF-4E90-FE08-C876ADF4D338}" dt="2025-11-10T15:10:18.560" v="264" actId="20577"/>
        <pc:sldMkLst>
          <pc:docMk/>
          <pc:sldMk cId="4145603918" sldId="287"/>
        </pc:sldMkLst>
        <pc:spChg chg="mod">
          <ac:chgData name="Arina Berdieva" userId="e8634da2c873a5eb" providerId="Windows Live" clId="Web-{B83419E4-94EF-4E90-FE08-C876ADF4D338}" dt="2025-11-10T15:10:18.560" v="264" actId="20577"/>
          <ac:spMkLst>
            <pc:docMk/>
            <pc:sldMk cId="4145603918" sldId="287"/>
            <ac:spMk id="3" creationId="{4E07AF43-40DC-B270-54C8-C3F570DD1927}"/>
          </ac:spMkLst>
        </pc:spChg>
      </pc:sldChg>
      <pc:sldChg chg="delSp modSp new">
        <pc:chgData name="Arina Berdieva" userId="e8634da2c873a5eb" providerId="Windows Live" clId="Web-{B83419E4-94EF-4E90-FE08-C876ADF4D338}" dt="2025-11-10T15:26:05.717" v="336" actId="20577"/>
        <pc:sldMkLst>
          <pc:docMk/>
          <pc:sldMk cId="1767456158" sldId="288"/>
        </pc:sldMkLst>
        <pc:spChg chg="mod">
          <ac:chgData name="Arina Berdieva" userId="e8634da2c873a5eb" providerId="Windows Live" clId="Web-{B83419E4-94EF-4E90-FE08-C876ADF4D338}" dt="2025-11-10T15:26:05.717" v="336" actId="20577"/>
          <ac:spMkLst>
            <pc:docMk/>
            <pc:sldMk cId="1767456158" sldId="288"/>
            <ac:spMk id="3" creationId="{C0C92E69-351C-B877-AA56-942A2B84DF69}"/>
          </ac:spMkLst>
        </pc:spChg>
      </pc:sldChg>
      <pc:sldChg chg="delSp modSp new">
        <pc:chgData name="Arina Berdieva" userId="e8634da2c873a5eb" providerId="Windows Live" clId="Web-{B83419E4-94EF-4E90-FE08-C876ADF4D338}" dt="2025-11-10T15:24:50.528" v="322" actId="20577"/>
        <pc:sldMkLst>
          <pc:docMk/>
          <pc:sldMk cId="1234201773" sldId="289"/>
        </pc:sldMkLst>
        <pc:spChg chg="mod">
          <ac:chgData name="Arina Berdieva" userId="e8634da2c873a5eb" providerId="Windows Live" clId="Web-{B83419E4-94EF-4E90-FE08-C876ADF4D338}" dt="2025-11-10T15:24:50.528" v="322" actId="20577"/>
          <ac:spMkLst>
            <pc:docMk/>
            <pc:sldMk cId="1234201773" sldId="289"/>
            <ac:spMk id="3" creationId="{96A31A29-0919-4FDB-0E3B-50BE2B082521}"/>
          </ac:spMkLst>
        </pc:spChg>
      </pc:sldChg>
      <pc:sldChg chg="delSp modSp new">
        <pc:chgData name="Arina Berdieva" userId="e8634da2c873a5eb" providerId="Windows Live" clId="Web-{B83419E4-94EF-4E90-FE08-C876ADF4D338}" dt="2025-11-10T15:37:30.757" v="337" actId="1076"/>
        <pc:sldMkLst>
          <pc:docMk/>
          <pc:sldMk cId="2378774313" sldId="290"/>
        </pc:sldMkLst>
        <pc:spChg chg="mod">
          <ac:chgData name="Arina Berdieva" userId="e8634da2c873a5eb" providerId="Windows Live" clId="Web-{B83419E4-94EF-4E90-FE08-C876ADF4D338}" dt="2025-11-10T15:37:30.757" v="337" actId="1076"/>
          <ac:spMkLst>
            <pc:docMk/>
            <pc:sldMk cId="2378774313" sldId="290"/>
            <ac:spMk id="3" creationId="{0D731CC4-C5EE-B8D0-50AE-6217FF72C1B4}"/>
          </ac:spMkLst>
        </pc:spChg>
      </pc:sldChg>
    </pc:docChg>
  </pc:docChgLst>
  <pc:docChgLst>
    <pc:chgData name="Arina Berdieva" userId="e8634da2c873a5eb" providerId="Windows Live" clId="Web-{B2944A3E-CFD7-8678-025E-70A20E3B8DAC}"/>
    <pc:docChg chg="addSld delSld modSld">
      <pc:chgData name="Arina Berdieva" userId="e8634da2c873a5eb" providerId="Windows Live" clId="Web-{B2944A3E-CFD7-8678-025E-70A20E3B8DAC}" dt="2025-11-07T21:01:31.247" v="64" actId="20577"/>
      <pc:docMkLst>
        <pc:docMk/>
      </pc:docMkLst>
      <pc:sldChg chg="modSp">
        <pc:chgData name="Arina Berdieva" userId="e8634da2c873a5eb" providerId="Windows Live" clId="Web-{B2944A3E-CFD7-8678-025E-70A20E3B8DAC}" dt="2025-11-07T20:55:30.882" v="45" actId="20577"/>
        <pc:sldMkLst>
          <pc:docMk/>
          <pc:sldMk cId="1671714568" sldId="257"/>
        </pc:sldMkLst>
        <pc:spChg chg="mod">
          <ac:chgData name="Arina Berdieva" userId="e8634da2c873a5eb" providerId="Windows Live" clId="Web-{B2944A3E-CFD7-8678-025E-70A20E3B8DAC}" dt="2025-11-07T20:47:55.338" v="25" actId="20577"/>
          <ac:spMkLst>
            <pc:docMk/>
            <pc:sldMk cId="1671714568" sldId="257"/>
            <ac:spMk id="2" creationId="{F63910D0-F4EC-6FC0-5FB9-5D0E4A48EB43}"/>
          </ac:spMkLst>
        </pc:spChg>
        <pc:spChg chg="mod">
          <ac:chgData name="Arina Berdieva" userId="e8634da2c873a5eb" providerId="Windows Live" clId="Web-{B2944A3E-CFD7-8678-025E-70A20E3B8DAC}" dt="2025-11-07T20:55:30.882" v="45" actId="20577"/>
          <ac:spMkLst>
            <pc:docMk/>
            <pc:sldMk cId="1671714568" sldId="257"/>
            <ac:spMk id="3" creationId="{717ACC4E-81F3-9A65-7D7F-15BE715917D5}"/>
          </ac:spMkLst>
        </pc:spChg>
      </pc:sldChg>
      <pc:sldChg chg="modSp">
        <pc:chgData name="Arina Berdieva" userId="e8634da2c873a5eb" providerId="Windows Live" clId="Web-{B2944A3E-CFD7-8678-025E-70A20E3B8DAC}" dt="2025-11-07T21:01:31.247" v="64" actId="20577"/>
        <pc:sldMkLst>
          <pc:docMk/>
          <pc:sldMk cId="833032836" sldId="262"/>
        </pc:sldMkLst>
      </pc:sldChg>
    </pc:docChg>
  </pc:docChgLst>
  <pc:docChgLst>
    <pc:chgData name="Arina Berdieva" userId="e8634da2c873a5eb" providerId="Windows Live" clId="Web-{7EC05404-E6AE-5C7E-7D02-1C72D65418F2}"/>
    <pc:docChg chg="delSld modSld">
      <pc:chgData name="Arina Berdieva" userId="e8634da2c873a5eb" providerId="Windows Live" clId="Web-{7EC05404-E6AE-5C7E-7D02-1C72D65418F2}" dt="2025-11-11T19:53:42.300" v="78" actId="20577"/>
      <pc:docMkLst>
        <pc:docMk/>
      </pc:docMkLst>
      <pc:sldChg chg="modSp">
        <pc:chgData name="Arina Berdieva" userId="e8634da2c873a5eb" providerId="Windows Live" clId="Web-{7EC05404-E6AE-5C7E-7D02-1C72D65418F2}" dt="2025-11-11T19:52:23.963" v="47" actId="20577"/>
        <pc:sldMkLst>
          <pc:docMk/>
          <pc:sldMk cId="1022073571" sldId="276"/>
        </pc:sldMkLst>
        <pc:spChg chg="mod">
          <ac:chgData name="Arina Berdieva" userId="e8634da2c873a5eb" providerId="Windows Live" clId="Web-{7EC05404-E6AE-5C7E-7D02-1C72D65418F2}" dt="2025-11-11T19:52:23.963" v="47" actId="20577"/>
          <ac:spMkLst>
            <pc:docMk/>
            <pc:sldMk cId="1022073571" sldId="276"/>
            <ac:spMk id="2" creationId="{2FA36DCA-F9D1-1BC5-2BAF-BA17D11E2254}"/>
          </ac:spMkLst>
        </pc:spChg>
      </pc:sldChg>
      <pc:sldChg chg="modSp">
        <pc:chgData name="Arina Berdieva" userId="e8634da2c873a5eb" providerId="Windows Live" clId="Web-{7EC05404-E6AE-5C7E-7D02-1C72D65418F2}" dt="2025-11-11T19:53:42.300" v="78" actId="20577"/>
        <pc:sldMkLst>
          <pc:docMk/>
          <pc:sldMk cId="139006566" sldId="280"/>
        </pc:sldMkLst>
        <pc:spChg chg="mod">
          <ac:chgData name="Arina Berdieva" userId="e8634da2c873a5eb" providerId="Windows Live" clId="Web-{7EC05404-E6AE-5C7E-7D02-1C72D65418F2}" dt="2025-11-11T19:53:42.300" v="78" actId="20577"/>
          <ac:spMkLst>
            <pc:docMk/>
            <pc:sldMk cId="139006566" sldId="280"/>
            <ac:spMk id="2" creationId="{1B0910B4-B042-C56F-06B9-15F477985073}"/>
          </ac:spMkLst>
        </pc:spChg>
      </pc:sldChg>
      <pc:sldChg chg="modSp">
        <pc:chgData name="Arina Berdieva" userId="e8634da2c873a5eb" providerId="Windows Live" clId="Web-{7EC05404-E6AE-5C7E-7D02-1C72D65418F2}" dt="2025-11-11T19:53:05.936" v="71" actId="1076"/>
        <pc:sldMkLst>
          <pc:docMk/>
          <pc:sldMk cId="1326676302" sldId="283"/>
        </pc:sldMkLst>
        <pc:spChg chg="mod">
          <ac:chgData name="Arina Berdieva" userId="e8634da2c873a5eb" providerId="Windows Live" clId="Web-{7EC05404-E6AE-5C7E-7D02-1C72D65418F2}" dt="2025-11-11T19:53:05.936" v="71" actId="1076"/>
          <ac:spMkLst>
            <pc:docMk/>
            <pc:sldMk cId="1326676302" sldId="283"/>
            <ac:spMk id="2" creationId="{9CD95AFC-F5E1-4688-0B35-D75DD2344045}"/>
          </ac:spMkLst>
        </pc:spChg>
      </pc:sldChg>
    </pc:docChg>
  </pc:docChgLst>
  <pc:docChgLst>
    <pc:chgData name="Arina Berdieva" userId="e8634da2c873a5eb" providerId="Windows Live" clId="Web-{0BB36B9C-A406-4B26-2935-E2EF97CEBF47}"/>
    <pc:docChg chg="addSld modSld">
      <pc:chgData name="Arina Berdieva" userId="e8634da2c873a5eb" providerId="Windows Live" clId="Web-{0BB36B9C-A406-4B26-2935-E2EF97CEBF47}" dt="2025-11-13T14:21:47.785" v="91" actId="1076"/>
      <pc:docMkLst>
        <pc:docMk/>
      </pc:docMkLst>
      <pc:sldChg chg="modSp">
        <pc:chgData name="Arina Berdieva" userId="e8634da2c873a5eb" providerId="Windows Live" clId="Web-{0BB36B9C-A406-4B26-2935-E2EF97CEBF47}" dt="2025-11-13T14:19:33.046" v="83" actId="20577"/>
        <pc:sldMkLst>
          <pc:docMk/>
          <pc:sldMk cId="3564380907" sldId="274"/>
        </pc:sldMkLst>
        <pc:spChg chg="mod">
          <ac:chgData name="Arina Berdieva" userId="e8634da2c873a5eb" providerId="Windows Live" clId="Web-{0BB36B9C-A406-4B26-2935-E2EF97CEBF47}" dt="2025-11-13T14:19:33.046" v="83" actId="20577"/>
          <ac:spMkLst>
            <pc:docMk/>
            <pc:sldMk cId="3564380907" sldId="274"/>
            <ac:spMk id="6" creationId="{135425CF-3DD1-87FF-CB15-B770C658DAA6}"/>
          </ac:spMkLst>
        </pc:spChg>
      </pc:sldChg>
      <pc:sldChg chg="modSp">
        <pc:chgData name="Arina Berdieva" userId="e8634da2c873a5eb" providerId="Windows Live" clId="Web-{0BB36B9C-A406-4B26-2935-E2EF97CEBF47}" dt="2025-11-13T14:21:47.785" v="91" actId="1076"/>
        <pc:sldMkLst>
          <pc:docMk/>
          <pc:sldMk cId="1075933595" sldId="277"/>
        </pc:sldMkLst>
        <pc:spChg chg="mod">
          <ac:chgData name="Arina Berdieva" userId="e8634da2c873a5eb" providerId="Windows Live" clId="Web-{0BB36B9C-A406-4B26-2935-E2EF97CEBF47}" dt="2025-11-13T14:21:47.785" v="91" actId="1076"/>
          <ac:spMkLst>
            <pc:docMk/>
            <pc:sldMk cId="1075933595" sldId="277"/>
            <ac:spMk id="3" creationId="{8EB5153D-7972-DF6C-802B-A0F833849757}"/>
          </ac:spMkLst>
        </pc:spChg>
      </pc:sldChg>
      <pc:sldChg chg="modSp">
        <pc:chgData name="Arina Berdieva" userId="e8634da2c873a5eb" providerId="Windows Live" clId="Web-{0BB36B9C-A406-4B26-2935-E2EF97CEBF47}" dt="2025-11-13T14:13:01.213" v="57" actId="20577"/>
        <pc:sldMkLst>
          <pc:docMk/>
          <pc:sldMk cId="2258512906" sldId="278"/>
        </pc:sldMkLst>
        <pc:spChg chg="mod">
          <ac:chgData name="Arina Berdieva" userId="e8634da2c873a5eb" providerId="Windows Live" clId="Web-{0BB36B9C-A406-4B26-2935-E2EF97CEBF47}" dt="2025-11-13T14:13:01.213" v="57" actId="20577"/>
          <ac:spMkLst>
            <pc:docMk/>
            <pc:sldMk cId="2258512906" sldId="278"/>
            <ac:spMk id="3" creationId="{5CF504FC-E29A-BD10-0E81-2B785DD7D788}"/>
          </ac:spMkLst>
        </pc:spChg>
      </pc:sldChg>
      <pc:sldChg chg="modSp">
        <pc:chgData name="Arina Berdieva" userId="e8634da2c873a5eb" providerId="Windows Live" clId="Web-{0BB36B9C-A406-4B26-2935-E2EF97CEBF47}" dt="2025-11-13T14:15:11.888" v="81" actId="20577"/>
        <pc:sldMkLst>
          <pc:docMk/>
          <pc:sldMk cId="1346494861" sldId="279"/>
        </pc:sldMkLst>
        <pc:spChg chg="mod">
          <ac:chgData name="Arina Berdieva" userId="e8634da2c873a5eb" providerId="Windows Live" clId="Web-{0BB36B9C-A406-4B26-2935-E2EF97CEBF47}" dt="2025-11-13T14:15:11.888" v="81" actId="20577"/>
          <ac:spMkLst>
            <pc:docMk/>
            <pc:sldMk cId="1346494861" sldId="279"/>
            <ac:spMk id="3" creationId="{717B27EC-5414-CBDB-A1B6-F569DEA261D8}"/>
          </ac:spMkLst>
        </pc:spChg>
      </pc:sldChg>
      <pc:sldChg chg="modSp">
        <pc:chgData name="Arina Berdieva" userId="e8634da2c873a5eb" providerId="Windows Live" clId="Web-{0BB36B9C-A406-4B26-2935-E2EF97CEBF47}" dt="2025-11-13T14:08:58.468" v="14" actId="1076"/>
        <pc:sldMkLst>
          <pc:docMk/>
          <pc:sldMk cId="1625859641" sldId="285"/>
        </pc:sldMkLst>
        <pc:spChg chg="mod">
          <ac:chgData name="Arina Berdieva" userId="e8634da2c873a5eb" providerId="Windows Live" clId="Web-{0BB36B9C-A406-4B26-2935-E2EF97CEBF47}" dt="2025-11-13T14:08:58.468" v="14" actId="1076"/>
          <ac:spMkLst>
            <pc:docMk/>
            <pc:sldMk cId="1625859641" sldId="285"/>
            <ac:spMk id="3" creationId="{78254102-7EB4-9CB9-F212-0B94584F5672}"/>
          </ac:spMkLst>
        </pc:spChg>
      </pc:sldChg>
      <pc:sldChg chg="modSp">
        <pc:chgData name="Arina Berdieva" userId="e8634da2c873a5eb" providerId="Windows Live" clId="Web-{0BB36B9C-A406-4B26-2935-E2EF97CEBF47}" dt="2025-11-13T14:11:29.538" v="55" actId="1076"/>
        <pc:sldMkLst>
          <pc:docMk/>
          <pc:sldMk cId="1767456158" sldId="288"/>
        </pc:sldMkLst>
        <pc:spChg chg="mod">
          <ac:chgData name="Arina Berdieva" userId="e8634da2c873a5eb" providerId="Windows Live" clId="Web-{0BB36B9C-A406-4B26-2935-E2EF97CEBF47}" dt="2025-11-13T14:11:29.538" v="55" actId="1076"/>
          <ac:spMkLst>
            <pc:docMk/>
            <pc:sldMk cId="1767456158" sldId="288"/>
            <ac:spMk id="3" creationId="{C0C92E69-351C-B877-AA56-942A2B84DF69}"/>
          </ac:spMkLst>
        </pc:spChg>
      </pc:sldChg>
      <pc:sldChg chg="modSp">
        <pc:chgData name="Arina Berdieva" userId="e8634da2c873a5eb" providerId="Windows Live" clId="Web-{0BB36B9C-A406-4B26-2935-E2EF97CEBF47}" dt="2025-11-13T14:13:11.322" v="58" actId="1076"/>
        <pc:sldMkLst>
          <pc:docMk/>
          <pc:sldMk cId="1234201773" sldId="289"/>
        </pc:sldMkLst>
        <pc:spChg chg="mod">
          <ac:chgData name="Arina Berdieva" userId="e8634da2c873a5eb" providerId="Windows Live" clId="Web-{0BB36B9C-A406-4B26-2935-E2EF97CEBF47}" dt="2025-11-13T14:13:11.322" v="58" actId="1076"/>
          <ac:spMkLst>
            <pc:docMk/>
            <pc:sldMk cId="1234201773" sldId="289"/>
            <ac:spMk id="3" creationId="{96A31A29-0919-4FDB-0E3B-50BE2B082521}"/>
          </ac:spMkLst>
        </pc:spChg>
      </pc:sldChg>
      <pc:sldChg chg="delSp modSp new">
        <pc:chgData name="Arina Berdieva" userId="e8634da2c873a5eb" providerId="Windows Live" clId="Web-{0BB36B9C-A406-4B26-2935-E2EF97CEBF47}" dt="2025-11-13T14:10:58.271" v="47" actId="1076"/>
        <pc:sldMkLst>
          <pc:docMk/>
          <pc:sldMk cId="3485619916" sldId="291"/>
        </pc:sldMkLst>
        <pc:spChg chg="del">
          <ac:chgData name="Arina Berdieva" userId="e8634da2c873a5eb" providerId="Windows Live" clId="Web-{0BB36B9C-A406-4B26-2935-E2EF97CEBF47}" dt="2025-11-13T14:09:55.143" v="22"/>
          <ac:spMkLst>
            <pc:docMk/>
            <pc:sldMk cId="3485619916" sldId="291"/>
            <ac:spMk id="2" creationId="{E9605E3E-4AB8-3B1A-C28D-5DA884CC73D3}"/>
          </ac:spMkLst>
        </pc:spChg>
        <pc:spChg chg="mod">
          <ac:chgData name="Arina Berdieva" userId="e8634da2c873a5eb" providerId="Windows Live" clId="Web-{0BB36B9C-A406-4B26-2935-E2EF97CEBF47}" dt="2025-11-13T14:10:58.271" v="47" actId="1076"/>
          <ac:spMkLst>
            <pc:docMk/>
            <pc:sldMk cId="3485619916" sldId="291"/>
            <ac:spMk id="3" creationId="{FF2CC274-9A6A-BE40-383A-A0E35A04AD40}"/>
          </ac:spMkLst>
        </pc:spChg>
      </pc:sldChg>
    </pc:docChg>
  </pc:docChgLst>
  <pc:docChgLst>
    <pc:chgData name="Arina Berdieva" userId="e8634da2c873a5eb" providerId="Windows Live" clId="Web-{9E5FE922-FF48-CE47-C22F-7BC0F0D41C5E}"/>
    <pc:docChg chg="modSld">
      <pc:chgData name="Arina Berdieva" userId="e8634da2c873a5eb" providerId="Windows Live" clId="Web-{9E5FE922-FF48-CE47-C22F-7BC0F0D41C5E}" dt="2025-11-07T20:41:28.078" v="0" actId="20577"/>
      <pc:docMkLst>
        <pc:docMk/>
      </pc:docMkLst>
      <pc:sldChg chg="modSp">
        <pc:chgData name="Arina Berdieva" userId="e8634da2c873a5eb" providerId="Windows Live" clId="Web-{9E5FE922-FF48-CE47-C22F-7BC0F0D41C5E}" dt="2025-11-07T20:41:28.078" v="0" actId="20577"/>
        <pc:sldMkLst>
          <pc:docMk/>
          <pc:sldMk cId="1671714568" sldId="257"/>
        </pc:sldMkLst>
        <pc:spChg chg="mod">
          <ac:chgData name="Arina Berdieva" userId="e8634da2c873a5eb" providerId="Windows Live" clId="Web-{9E5FE922-FF48-CE47-C22F-7BC0F0D41C5E}" dt="2025-11-07T20:41:28.078" v="0" actId="20577"/>
          <ac:spMkLst>
            <pc:docMk/>
            <pc:sldMk cId="1671714568" sldId="257"/>
            <ac:spMk id="3" creationId="{717ACC4E-81F3-9A65-7D7F-15BE715917D5}"/>
          </ac:spMkLst>
        </pc:spChg>
      </pc:sldChg>
    </pc:docChg>
  </pc:docChgLst>
  <pc:docChgLst>
    <pc:chgData name="Arina Berdieva" userId="e8634da2c873a5eb" providerId="Windows Live" clId="Web-{700BBA03-7258-4E04-1EAD-15C4EFF6A645}"/>
    <pc:docChg chg="delSld modSld">
      <pc:chgData name="Arina Berdieva" userId="e8634da2c873a5eb" providerId="Windows Live" clId="Web-{700BBA03-7258-4E04-1EAD-15C4EFF6A645}" dt="2025-11-13T15:10:55.921" v="316" actId="1076"/>
      <pc:docMkLst>
        <pc:docMk/>
      </pc:docMkLst>
      <pc:sldChg chg="modSp">
        <pc:chgData name="Arina Berdieva" userId="e8634da2c873a5eb" providerId="Windows Live" clId="Web-{700BBA03-7258-4E04-1EAD-15C4EFF6A645}" dt="2025-11-13T14:39:29.605" v="3" actId="20577"/>
        <pc:sldMkLst>
          <pc:docMk/>
          <pc:sldMk cId="1671714568" sldId="257"/>
        </pc:sldMkLst>
        <pc:spChg chg="mod">
          <ac:chgData name="Arina Berdieva" userId="e8634da2c873a5eb" providerId="Windows Live" clId="Web-{700BBA03-7258-4E04-1EAD-15C4EFF6A645}" dt="2025-11-13T14:39:29.605" v="3" actId="20577"/>
          <ac:spMkLst>
            <pc:docMk/>
            <pc:sldMk cId="1671714568" sldId="257"/>
            <ac:spMk id="3" creationId="{717ACC4E-81F3-9A65-7D7F-15BE715917D5}"/>
          </ac:spMkLst>
        </pc:spChg>
      </pc:sldChg>
      <pc:sldChg chg="modSp">
        <pc:chgData name="Arina Berdieva" userId="e8634da2c873a5eb" providerId="Windows Live" clId="Web-{700BBA03-7258-4E04-1EAD-15C4EFF6A645}" dt="2025-11-13T14:47:39.846" v="101" actId="20577"/>
        <pc:sldMkLst>
          <pc:docMk/>
          <pc:sldMk cId="4180188104" sldId="259"/>
        </pc:sldMkLst>
        <pc:spChg chg="mod">
          <ac:chgData name="Arina Berdieva" userId="e8634da2c873a5eb" providerId="Windows Live" clId="Web-{700BBA03-7258-4E04-1EAD-15C4EFF6A645}" dt="2025-11-13T14:47:39.846" v="101" actId="20577"/>
          <ac:spMkLst>
            <pc:docMk/>
            <pc:sldMk cId="4180188104" sldId="259"/>
            <ac:spMk id="3" creationId="{6ED6CA60-95A4-554C-4F56-7D0668C1DC19}"/>
          </ac:spMkLst>
        </pc:spChg>
      </pc:sldChg>
      <pc:sldChg chg="modSp">
        <pc:chgData name="Arina Berdieva" userId="e8634da2c873a5eb" providerId="Windows Live" clId="Web-{700BBA03-7258-4E04-1EAD-15C4EFF6A645}" dt="2025-11-13T14:48:16.097" v="107" actId="20577"/>
        <pc:sldMkLst>
          <pc:docMk/>
          <pc:sldMk cId="4106537431" sldId="260"/>
        </pc:sldMkLst>
        <pc:spChg chg="mod">
          <ac:chgData name="Arina Berdieva" userId="e8634da2c873a5eb" providerId="Windows Live" clId="Web-{700BBA03-7258-4E04-1EAD-15C4EFF6A645}" dt="2025-11-13T14:48:16.097" v="107" actId="20577"/>
          <ac:spMkLst>
            <pc:docMk/>
            <pc:sldMk cId="4106537431" sldId="260"/>
            <ac:spMk id="3" creationId="{861B93F8-D1DC-8F30-BF2C-D76077C281A1}"/>
          </ac:spMkLst>
        </pc:spChg>
      </pc:sldChg>
      <pc:sldChg chg="modSp">
        <pc:chgData name="Arina Berdieva" userId="e8634da2c873a5eb" providerId="Windows Live" clId="Web-{700BBA03-7258-4E04-1EAD-15C4EFF6A645}" dt="2025-11-13T14:51:01.393" v="123" actId="20577"/>
        <pc:sldMkLst>
          <pc:docMk/>
          <pc:sldMk cId="1284993761" sldId="261"/>
        </pc:sldMkLst>
        <pc:spChg chg="mod">
          <ac:chgData name="Arina Berdieva" userId="e8634da2c873a5eb" providerId="Windows Live" clId="Web-{700BBA03-7258-4E04-1EAD-15C4EFF6A645}" dt="2025-11-13T14:51:01.393" v="123" actId="20577"/>
          <ac:spMkLst>
            <pc:docMk/>
            <pc:sldMk cId="1284993761" sldId="261"/>
            <ac:spMk id="3" creationId="{840CD0E1-25B9-F26B-0388-6A28F28C4C2C}"/>
          </ac:spMkLst>
        </pc:spChg>
      </pc:sldChg>
      <pc:sldChg chg="modSp">
        <pc:chgData name="Arina Berdieva" userId="e8634da2c873a5eb" providerId="Windows Live" clId="Web-{700BBA03-7258-4E04-1EAD-15C4EFF6A645}" dt="2025-11-13T15:00:44.750" v="224" actId="14100"/>
        <pc:sldMkLst>
          <pc:docMk/>
          <pc:sldMk cId="833032836" sldId="262"/>
        </pc:sldMkLst>
        <pc:spChg chg="mod">
          <ac:chgData name="Arina Berdieva" userId="e8634da2c873a5eb" providerId="Windows Live" clId="Web-{700BBA03-7258-4E04-1EAD-15C4EFF6A645}" dt="2025-11-13T15:00:44.750" v="224" actId="14100"/>
          <ac:spMkLst>
            <pc:docMk/>
            <pc:sldMk cId="833032836" sldId="262"/>
            <ac:spMk id="5" creationId="{4FB7D2C4-E6E0-DD08-B75A-A0254D873A2D}"/>
          </ac:spMkLst>
        </pc:spChg>
      </pc:sldChg>
      <pc:sldChg chg="modSp">
        <pc:chgData name="Arina Berdieva" userId="e8634da2c873a5eb" providerId="Windows Live" clId="Web-{700BBA03-7258-4E04-1EAD-15C4EFF6A645}" dt="2025-11-13T15:04:24.783" v="259" actId="1076"/>
        <pc:sldMkLst>
          <pc:docMk/>
          <pc:sldMk cId="271696316" sldId="263"/>
        </pc:sldMkLst>
        <pc:spChg chg="mod">
          <ac:chgData name="Arina Berdieva" userId="e8634da2c873a5eb" providerId="Windows Live" clId="Web-{700BBA03-7258-4E04-1EAD-15C4EFF6A645}" dt="2025-11-13T15:04:24.783" v="259" actId="1076"/>
          <ac:spMkLst>
            <pc:docMk/>
            <pc:sldMk cId="271696316" sldId="263"/>
            <ac:spMk id="3" creationId="{385F66A1-D725-73B3-D486-B08E33C206BA}"/>
          </ac:spMkLst>
        </pc:spChg>
      </pc:sldChg>
      <pc:sldChg chg="addSp delSp modSp del">
        <pc:chgData name="Arina Berdieva" userId="e8634da2c873a5eb" providerId="Windows Live" clId="Web-{700BBA03-7258-4E04-1EAD-15C4EFF6A645}" dt="2025-11-13T14:45:12.907" v="73"/>
        <pc:sldMkLst>
          <pc:docMk/>
          <pc:sldMk cId="1707485693" sldId="267"/>
        </pc:sldMkLst>
        <pc:spChg chg="del">
          <ac:chgData name="Arina Berdieva" userId="e8634da2c873a5eb" providerId="Windows Live" clId="Web-{700BBA03-7258-4E04-1EAD-15C4EFF6A645}" dt="2025-11-13T14:42:03.461" v="28"/>
          <ac:spMkLst>
            <pc:docMk/>
            <pc:sldMk cId="1707485693" sldId="267"/>
            <ac:spMk id="3" creationId="{EB176FFD-8BBF-999F-C6B5-094E4E10A8F4}"/>
          </ac:spMkLst>
        </pc:spChg>
        <pc:spChg chg="add del mod">
          <ac:chgData name="Arina Berdieva" userId="e8634da2c873a5eb" providerId="Windows Live" clId="Web-{700BBA03-7258-4E04-1EAD-15C4EFF6A645}" dt="2025-11-13T14:42:10.165" v="31"/>
          <ac:spMkLst>
            <pc:docMk/>
            <pc:sldMk cId="1707485693" sldId="267"/>
            <ac:spMk id="6" creationId="{9C75B9BC-A077-D80D-1E98-5B3B2B511FFF}"/>
          </ac:spMkLst>
        </pc:spChg>
        <pc:picChg chg="del mod">
          <ac:chgData name="Arina Berdieva" userId="e8634da2c873a5eb" providerId="Windows Live" clId="Web-{700BBA03-7258-4E04-1EAD-15C4EFF6A645}" dt="2025-11-13T14:42:30.994" v="40"/>
          <ac:picMkLst>
            <pc:docMk/>
            <pc:sldMk cId="1707485693" sldId="267"/>
            <ac:picMk id="4" creationId="{62905FFB-079F-5398-DF76-F4B81283E786}"/>
          </ac:picMkLst>
        </pc:picChg>
      </pc:sldChg>
      <pc:sldChg chg="modSp">
        <pc:chgData name="Arina Berdieva" userId="e8634da2c873a5eb" providerId="Windows Live" clId="Web-{700BBA03-7258-4E04-1EAD-15C4EFF6A645}" dt="2025-11-13T14:47:03.424" v="99" actId="1076"/>
        <pc:sldMkLst>
          <pc:docMk/>
          <pc:sldMk cId="344384977" sldId="268"/>
        </pc:sldMkLst>
        <pc:spChg chg="mod">
          <ac:chgData name="Arina Berdieva" userId="e8634da2c873a5eb" providerId="Windows Live" clId="Web-{700BBA03-7258-4E04-1EAD-15C4EFF6A645}" dt="2025-11-13T14:47:03.424" v="99" actId="1076"/>
          <ac:spMkLst>
            <pc:docMk/>
            <pc:sldMk cId="344384977" sldId="268"/>
            <ac:spMk id="6" creationId="{C84DA6B6-2ECF-82A6-8833-EB6D36238A0B}"/>
          </ac:spMkLst>
        </pc:spChg>
        <pc:picChg chg="mod">
          <ac:chgData name="Arina Berdieva" userId="e8634da2c873a5eb" providerId="Windows Live" clId="Web-{700BBA03-7258-4E04-1EAD-15C4EFF6A645}" dt="2025-11-13T14:46:55.862" v="97" actId="1076"/>
          <ac:picMkLst>
            <pc:docMk/>
            <pc:sldMk cId="344384977" sldId="268"/>
            <ac:picMk id="8" creationId="{37A2DBBE-7E15-6135-BF69-EB1C46B0BA80}"/>
          </ac:picMkLst>
        </pc:picChg>
        <pc:picChg chg="mod">
          <ac:chgData name="Arina Berdieva" userId="e8634da2c873a5eb" providerId="Windows Live" clId="Web-{700BBA03-7258-4E04-1EAD-15C4EFF6A645}" dt="2025-11-13T14:46:58.080" v="98" actId="1076"/>
          <ac:picMkLst>
            <pc:docMk/>
            <pc:sldMk cId="344384977" sldId="268"/>
            <ac:picMk id="9" creationId="{2C251BCF-1FD3-AD07-37B6-47C52C66316A}"/>
          </ac:picMkLst>
        </pc:picChg>
      </pc:sldChg>
      <pc:sldChg chg="modSp">
        <pc:chgData name="Arina Berdieva" userId="e8634da2c873a5eb" providerId="Windows Live" clId="Web-{700BBA03-7258-4E04-1EAD-15C4EFF6A645}" dt="2025-11-13T15:02:09.173" v="245" actId="1076"/>
        <pc:sldMkLst>
          <pc:docMk/>
          <pc:sldMk cId="3749023339" sldId="270"/>
        </pc:sldMkLst>
        <pc:spChg chg="mod">
          <ac:chgData name="Arina Berdieva" userId="e8634da2c873a5eb" providerId="Windows Live" clId="Web-{700BBA03-7258-4E04-1EAD-15C4EFF6A645}" dt="2025-11-13T15:02:09.173" v="245" actId="1076"/>
          <ac:spMkLst>
            <pc:docMk/>
            <pc:sldMk cId="3749023339" sldId="270"/>
            <ac:spMk id="3" creationId="{CBE811A0-D90A-495A-04F7-89FFD60D6F2E}"/>
          </ac:spMkLst>
        </pc:spChg>
      </pc:sldChg>
      <pc:sldChg chg="modSp">
        <pc:chgData name="Arina Berdieva" userId="e8634da2c873a5eb" providerId="Windows Live" clId="Web-{700BBA03-7258-4E04-1EAD-15C4EFF6A645}" dt="2025-11-13T14:40:16.684" v="8" actId="20577"/>
        <pc:sldMkLst>
          <pc:docMk/>
          <pc:sldMk cId="1761471132" sldId="273"/>
        </pc:sldMkLst>
        <pc:spChg chg="mod">
          <ac:chgData name="Arina Berdieva" userId="e8634da2c873a5eb" providerId="Windows Live" clId="Web-{700BBA03-7258-4E04-1EAD-15C4EFF6A645}" dt="2025-11-13T14:40:16.684" v="8" actId="20577"/>
          <ac:spMkLst>
            <pc:docMk/>
            <pc:sldMk cId="1761471132" sldId="273"/>
            <ac:spMk id="3" creationId="{8082DF84-B7AD-28DA-28C4-11CA9EDFFEF4}"/>
          </ac:spMkLst>
        </pc:spChg>
      </pc:sldChg>
      <pc:sldChg chg="modSp">
        <pc:chgData name="Arina Berdieva" userId="e8634da2c873a5eb" providerId="Windows Live" clId="Web-{700BBA03-7258-4E04-1EAD-15C4EFF6A645}" dt="2025-11-13T14:45:21.610" v="74" actId="1076"/>
        <pc:sldMkLst>
          <pc:docMk/>
          <pc:sldMk cId="1075933595" sldId="277"/>
        </pc:sldMkLst>
        <pc:spChg chg="mod">
          <ac:chgData name="Arina Berdieva" userId="e8634da2c873a5eb" providerId="Windows Live" clId="Web-{700BBA03-7258-4E04-1EAD-15C4EFF6A645}" dt="2025-11-13T14:45:21.610" v="74" actId="1076"/>
          <ac:spMkLst>
            <pc:docMk/>
            <pc:sldMk cId="1075933595" sldId="277"/>
            <ac:spMk id="3" creationId="{8EB5153D-7972-DF6C-802B-A0F833849757}"/>
          </ac:spMkLst>
        </pc:spChg>
      </pc:sldChg>
      <pc:sldChg chg="modSp">
        <pc:chgData name="Arina Berdieva" userId="e8634da2c873a5eb" providerId="Windows Live" clId="Web-{700BBA03-7258-4E04-1EAD-15C4EFF6A645}" dt="2025-11-13T14:50:05.935" v="116" actId="1076"/>
        <pc:sldMkLst>
          <pc:docMk/>
          <pc:sldMk cId="2258512906" sldId="278"/>
        </pc:sldMkLst>
        <pc:spChg chg="mod">
          <ac:chgData name="Arina Berdieva" userId="e8634da2c873a5eb" providerId="Windows Live" clId="Web-{700BBA03-7258-4E04-1EAD-15C4EFF6A645}" dt="2025-11-13T14:50:05.935" v="116" actId="1076"/>
          <ac:spMkLst>
            <pc:docMk/>
            <pc:sldMk cId="2258512906" sldId="278"/>
            <ac:spMk id="3" creationId="{5CF504FC-E29A-BD10-0E81-2B785DD7D788}"/>
          </ac:spMkLst>
        </pc:spChg>
      </pc:sldChg>
      <pc:sldChg chg="modSp">
        <pc:chgData name="Arina Berdieva" userId="e8634da2c873a5eb" providerId="Windows Live" clId="Web-{700BBA03-7258-4E04-1EAD-15C4EFF6A645}" dt="2025-11-13T15:10:55.921" v="316" actId="1076"/>
        <pc:sldMkLst>
          <pc:docMk/>
          <pc:sldMk cId="1346494861" sldId="279"/>
        </pc:sldMkLst>
        <pc:spChg chg="mod">
          <ac:chgData name="Arina Berdieva" userId="e8634da2c873a5eb" providerId="Windows Live" clId="Web-{700BBA03-7258-4E04-1EAD-15C4EFF6A645}" dt="2025-11-13T15:10:55.921" v="316" actId="1076"/>
          <ac:spMkLst>
            <pc:docMk/>
            <pc:sldMk cId="1346494861" sldId="279"/>
            <ac:spMk id="3" creationId="{717B27EC-5414-CBDB-A1B6-F569DEA261D8}"/>
          </ac:spMkLst>
        </pc:spChg>
      </pc:sldChg>
      <pc:sldChg chg="addSp modSp">
        <pc:chgData name="Arina Berdieva" userId="e8634da2c873a5eb" providerId="Windows Live" clId="Web-{700BBA03-7258-4E04-1EAD-15C4EFF6A645}" dt="2025-11-13T14:45:56.283" v="83" actId="20577"/>
        <pc:sldMkLst>
          <pc:docMk/>
          <pc:sldMk cId="3170999473" sldId="284"/>
        </pc:sldMkLst>
        <pc:spChg chg="mod">
          <ac:chgData name="Arina Berdieva" userId="e8634da2c873a5eb" providerId="Windows Live" clId="Web-{700BBA03-7258-4E04-1EAD-15C4EFF6A645}" dt="2025-11-13T14:42:26.197" v="38" actId="1076"/>
          <ac:spMkLst>
            <pc:docMk/>
            <pc:sldMk cId="3170999473" sldId="284"/>
            <ac:spMk id="2" creationId="{9524FC53-00D4-394C-198B-A17FA50305AF}"/>
          </ac:spMkLst>
        </pc:spChg>
        <pc:spChg chg="mod">
          <ac:chgData name="Arina Berdieva" userId="e8634da2c873a5eb" providerId="Windows Live" clId="Web-{700BBA03-7258-4E04-1EAD-15C4EFF6A645}" dt="2025-11-13T14:45:56.283" v="83" actId="20577"/>
          <ac:spMkLst>
            <pc:docMk/>
            <pc:sldMk cId="3170999473" sldId="284"/>
            <ac:spMk id="3" creationId="{EDD16404-DA41-0850-0ED5-40C5D66D5BE5}"/>
          </ac:spMkLst>
        </pc:spChg>
        <pc:picChg chg="add mod modCrop">
          <ac:chgData name="Arina Berdieva" userId="e8634da2c873a5eb" providerId="Windows Live" clId="Web-{700BBA03-7258-4E04-1EAD-15C4EFF6A645}" dt="2025-11-13T14:44:23.718" v="65" actId="14100"/>
          <ac:picMkLst>
            <pc:docMk/>
            <pc:sldMk cId="3170999473" sldId="284"/>
            <ac:picMk id="5" creationId="{023F06EA-7A8C-3001-2C79-E68DF8E2BE00}"/>
          </ac:picMkLst>
        </pc:picChg>
        <pc:picChg chg="add mod modCrop">
          <ac:chgData name="Arina Berdieva" userId="e8634da2c873a5eb" providerId="Windows Live" clId="Web-{700BBA03-7258-4E04-1EAD-15C4EFF6A645}" dt="2025-11-13T14:44:28.234" v="68" actId="1076"/>
          <ac:picMkLst>
            <pc:docMk/>
            <pc:sldMk cId="3170999473" sldId="284"/>
            <ac:picMk id="6" creationId="{E578FB9E-3068-660C-7FEC-4012C9B7AC01}"/>
          </ac:picMkLst>
        </pc:picChg>
      </pc:sldChg>
      <pc:sldChg chg="modSp">
        <pc:chgData name="Arina Berdieva" userId="e8634da2c873a5eb" providerId="Windows Live" clId="Web-{700BBA03-7258-4E04-1EAD-15C4EFF6A645}" dt="2025-11-13T14:52:54.352" v="147" actId="20577"/>
        <pc:sldMkLst>
          <pc:docMk/>
          <pc:sldMk cId="1625859641" sldId="285"/>
        </pc:sldMkLst>
        <pc:spChg chg="mod">
          <ac:chgData name="Arina Berdieva" userId="e8634da2c873a5eb" providerId="Windows Live" clId="Web-{700BBA03-7258-4E04-1EAD-15C4EFF6A645}" dt="2025-11-13T14:52:54.352" v="147" actId="20577"/>
          <ac:spMkLst>
            <pc:docMk/>
            <pc:sldMk cId="1625859641" sldId="285"/>
            <ac:spMk id="3" creationId="{78254102-7EB4-9CB9-F212-0B94584F5672}"/>
          </ac:spMkLst>
        </pc:spChg>
      </pc:sldChg>
      <pc:sldChg chg="modSp">
        <pc:chgData name="Arina Berdieva" userId="e8634da2c873a5eb" providerId="Windows Live" clId="Web-{700BBA03-7258-4E04-1EAD-15C4EFF6A645}" dt="2025-11-13T14:56:55.169" v="181" actId="1076"/>
        <pc:sldMkLst>
          <pc:docMk/>
          <pc:sldMk cId="1304107229" sldId="286"/>
        </pc:sldMkLst>
        <pc:spChg chg="mod">
          <ac:chgData name="Arina Berdieva" userId="e8634da2c873a5eb" providerId="Windows Live" clId="Web-{700BBA03-7258-4E04-1EAD-15C4EFF6A645}" dt="2025-11-13T14:56:55.169" v="181" actId="1076"/>
          <ac:spMkLst>
            <pc:docMk/>
            <pc:sldMk cId="1304107229" sldId="286"/>
            <ac:spMk id="3" creationId="{F71A180E-B8A6-760B-480D-E0FA5312A6FB}"/>
          </ac:spMkLst>
        </pc:spChg>
      </pc:sldChg>
      <pc:sldChg chg="modSp">
        <pc:chgData name="Arina Berdieva" userId="e8634da2c873a5eb" providerId="Windows Live" clId="Web-{700BBA03-7258-4E04-1EAD-15C4EFF6A645}" dt="2025-11-13T14:54:32.761" v="158" actId="20577"/>
        <pc:sldMkLst>
          <pc:docMk/>
          <pc:sldMk cId="4145603918" sldId="287"/>
        </pc:sldMkLst>
        <pc:spChg chg="mod">
          <ac:chgData name="Arina Berdieva" userId="e8634da2c873a5eb" providerId="Windows Live" clId="Web-{700BBA03-7258-4E04-1EAD-15C4EFF6A645}" dt="2025-11-13T14:54:32.761" v="158" actId="20577"/>
          <ac:spMkLst>
            <pc:docMk/>
            <pc:sldMk cId="4145603918" sldId="287"/>
            <ac:spMk id="3" creationId="{4E07AF43-40DC-B270-54C8-C3F570DD1927}"/>
          </ac:spMkLst>
        </pc:spChg>
      </pc:sldChg>
      <pc:sldChg chg="modSp">
        <pc:chgData name="Arina Berdieva" userId="e8634da2c873a5eb" providerId="Windows Live" clId="Web-{700BBA03-7258-4E04-1EAD-15C4EFF6A645}" dt="2025-11-13T14:56:38.466" v="180" actId="1076"/>
        <pc:sldMkLst>
          <pc:docMk/>
          <pc:sldMk cId="1767456158" sldId="288"/>
        </pc:sldMkLst>
        <pc:spChg chg="mod">
          <ac:chgData name="Arina Berdieva" userId="e8634da2c873a5eb" providerId="Windows Live" clId="Web-{700BBA03-7258-4E04-1EAD-15C4EFF6A645}" dt="2025-11-13T14:56:38.466" v="180" actId="1076"/>
          <ac:spMkLst>
            <pc:docMk/>
            <pc:sldMk cId="1767456158" sldId="288"/>
            <ac:spMk id="3" creationId="{C0C92E69-351C-B877-AA56-942A2B84DF69}"/>
          </ac:spMkLst>
        </pc:spChg>
      </pc:sldChg>
      <pc:sldChg chg="modSp">
        <pc:chgData name="Arina Berdieva" userId="e8634da2c873a5eb" providerId="Windows Live" clId="Web-{700BBA03-7258-4E04-1EAD-15C4EFF6A645}" dt="2025-11-13T14:58:44.655" v="201" actId="1076"/>
        <pc:sldMkLst>
          <pc:docMk/>
          <pc:sldMk cId="1234201773" sldId="289"/>
        </pc:sldMkLst>
        <pc:spChg chg="mod">
          <ac:chgData name="Arina Berdieva" userId="e8634da2c873a5eb" providerId="Windows Live" clId="Web-{700BBA03-7258-4E04-1EAD-15C4EFF6A645}" dt="2025-11-13T14:58:44.655" v="201" actId="1076"/>
          <ac:spMkLst>
            <pc:docMk/>
            <pc:sldMk cId="1234201773" sldId="289"/>
            <ac:spMk id="3" creationId="{96A31A29-0919-4FDB-0E3B-50BE2B082521}"/>
          </ac:spMkLst>
        </pc:spChg>
      </pc:sldChg>
      <pc:sldChg chg="modSp">
        <pc:chgData name="Arina Berdieva" userId="e8634da2c873a5eb" providerId="Windows Live" clId="Web-{700BBA03-7258-4E04-1EAD-15C4EFF6A645}" dt="2025-11-13T15:00:20.250" v="222" actId="20577"/>
        <pc:sldMkLst>
          <pc:docMk/>
          <pc:sldMk cId="2378774313" sldId="290"/>
        </pc:sldMkLst>
        <pc:spChg chg="mod">
          <ac:chgData name="Arina Berdieva" userId="e8634da2c873a5eb" providerId="Windows Live" clId="Web-{700BBA03-7258-4E04-1EAD-15C4EFF6A645}" dt="2025-11-13T15:00:20.250" v="222" actId="20577"/>
          <ac:spMkLst>
            <pc:docMk/>
            <pc:sldMk cId="2378774313" sldId="290"/>
            <ac:spMk id="3" creationId="{0D731CC4-C5EE-B8D0-50AE-6217FF72C1B4}"/>
          </ac:spMkLst>
        </pc:spChg>
      </pc:sldChg>
      <pc:sldChg chg="modSp">
        <pc:chgData name="Arina Berdieva" userId="e8634da2c873a5eb" providerId="Windows Live" clId="Web-{700BBA03-7258-4E04-1EAD-15C4EFF6A645}" dt="2025-11-13T14:56:30.669" v="179" actId="1076"/>
        <pc:sldMkLst>
          <pc:docMk/>
          <pc:sldMk cId="3485619916" sldId="291"/>
        </pc:sldMkLst>
        <pc:spChg chg="mod">
          <ac:chgData name="Arina Berdieva" userId="e8634da2c873a5eb" providerId="Windows Live" clId="Web-{700BBA03-7258-4E04-1EAD-15C4EFF6A645}" dt="2025-11-13T14:56:30.669" v="179" actId="1076"/>
          <ac:spMkLst>
            <pc:docMk/>
            <pc:sldMk cId="3485619916" sldId="291"/>
            <ac:spMk id="3" creationId="{FF2CC274-9A6A-BE40-383A-A0E35A04AD40}"/>
          </ac:spMkLst>
        </pc:spChg>
      </pc:sldChg>
    </pc:docChg>
  </pc:docChgLst>
  <pc:docChgLst>
    <pc:chgData name="Arina Berdieva" userId="e8634da2c873a5eb" providerId="Windows Live" clId="Web-{5864F25D-D7CA-57DF-743B-013DE12AA96B}"/>
    <pc:docChg chg="mod addSld delSld modSld addMainMaster delMainMaster">
      <pc:chgData name="Arina Berdieva" userId="e8634da2c873a5eb" providerId="Windows Live" clId="Web-{5864F25D-D7CA-57DF-743B-013DE12AA96B}" dt="2025-11-07T18:05:19.575" v="388" actId="1076"/>
      <pc:docMkLst>
        <pc:docMk/>
      </pc:docMkLst>
      <pc:sldChg chg="modSp new">
        <pc:chgData name="Arina Berdieva" userId="e8634da2c873a5eb" providerId="Windows Live" clId="Web-{5864F25D-D7CA-57DF-743B-013DE12AA96B}" dt="2025-11-07T17:52:29.537" v="96" actId="20577"/>
        <pc:sldMkLst>
          <pc:docMk/>
          <pc:sldMk cId="1671714568" sldId="257"/>
        </pc:sldMkLst>
        <pc:spChg chg="mod">
          <ac:chgData name="Arina Berdieva" userId="e8634da2c873a5eb" providerId="Windows Live" clId="Web-{5864F25D-D7CA-57DF-743B-013DE12AA96B}" dt="2025-11-07T17:52:29.537" v="96" actId="20577"/>
          <ac:spMkLst>
            <pc:docMk/>
            <pc:sldMk cId="1671714568" sldId="257"/>
            <ac:spMk id="2" creationId="{F63910D0-F4EC-6FC0-5FB9-5D0E4A48EB43}"/>
          </ac:spMkLst>
        </pc:spChg>
      </pc:sldChg>
      <pc:sldChg chg="modSp new">
        <pc:chgData name="Arina Berdieva" userId="e8634da2c873a5eb" providerId="Windows Live" clId="Web-{5864F25D-D7CA-57DF-743B-013DE12AA96B}" dt="2025-11-07T17:52:48.601" v="116" actId="20577"/>
        <pc:sldMkLst>
          <pc:docMk/>
          <pc:sldMk cId="4180188104" sldId="259"/>
        </pc:sldMkLst>
        <pc:spChg chg="mod">
          <ac:chgData name="Arina Berdieva" userId="e8634da2c873a5eb" providerId="Windows Live" clId="Web-{5864F25D-D7CA-57DF-743B-013DE12AA96B}" dt="2025-11-07T17:52:48.601" v="116" actId="20577"/>
          <ac:spMkLst>
            <pc:docMk/>
            <pc:sldMk cId="4180188104" sldId="259"/>
            <ac:spMk id="2" creationId="{0B6C1062-A8B0-DF6F-D56D-929A7B2A4454}"/>
          </ac:spMkLst>
        </pc:spChg>
      </pc:sldChg>
      <pc:sldChg chg="modSp new">
        <pc:chgData name="Arina Berdieva" userId="e8634da2c873a5eb" providerId="Windows Live" clId="Web-{5864F25D-D7CA-57DF-743B-013DE12AA96B}" dt="2025-11-07T17:53:09.040" v="139" actId="20577"/>
        <pc:sldMkLst>
          <pc:docMk/>
          <pc:sldMk cId="4106537431" sldId="260"/>
        </pc:sldMkLst>
        <pc:spChg chg="mod">
          <ac:chgData name="Arina Berdieva" userId="e8634da2c873a5eb" providerId="Windows Live" clId="Web-{5864F25D-D7CA-57DF-743B-013DE12AA96B}" dt="2025-11-07T17:53:09.040" v="139" actId="20577"/>
          <ac:spMkLst>
            <pc:docMk/>
            <pc:sldMk cId="4106537431" sldId="260"/>
            <ac:spMk id="2" creationId="{59DCB9A6-04E5-EDD7-1859-8660F26EDF36}"/>
          </ac:spMkLst>
        </pc:spChg>
      </pc:sldChg>
      <pc:sldChg chg="modSp new">
        <pc:chgData name="Arina Berdieva" userId="e8634da2c873a5eb" providerId="Windows Live" clId="Web-{5864F25D-D7CA-57DF-743B-013DE12AA96B}" dt="2025-11-07T17:53:44.762" v="162" actId="20577"/>
        <pc:sldMkLst>
          <pc:docMk/>
          <pc:sldMk cId="1284993761" sldId="261"/>
        </pc:sldMkLst>
        <pc:spChg chg="mod">
          <ac:chgData name="Arina Berdieva" userId="e8634da2c873a5eb" providerId="Windows Live" clId="Web-{5864F25D-D7CA-57DF-743B-013DE12AA96B}" dt="2025-11-07T17:53:44.762" v="162" actId="20577"/>
          <ac:spMkLst>
            <pc:docMk/>
            <pc:sldMk cId="1284993761" sldId="261"/>
            <ac:spMk id="2" creationId="{E77E5941-ACD6-1D6E-C7E5-BAC0D5D90115}"/>
          </ac:spMkLst>
        </pc:spChg>
      </pc:sldChg>
      <pc:sldChg chg="modSp new">
        <pc:chgData name="Arina Berdieva" userId="e8634da2c873a5eb" providerId="Windows Live" clId="Web-{5864F25D-D7CA-57DF-743B-013DE12AA96B}" dt="2025-11-07T17:54:12.655" v="186" actId="20577"/>
        <pc:sldMkLst>
          <pc:docMk/>
          <pc:sldMk cId="833032836" sldId="262"/>
        </pc:sldMkLst>
        <pc:spChg chg="mod">
          <ac:chgData name="Arina Berdieva" userId="e8634da2c873a5eb" providerId="Windows Live" clId="Web-{5864F25D-D7CA-57DF-743B-013DE12AA96B}" dt="2025-11-07T17:54:12.655" v="186" actId="20577"/>
          <ac:spMkLst>
            <pc:docMk/>
            <pc:sldMk cId="833032836" sldId="262"/>
            <ac:spMk id="2" creationId="{6F1BA438-B5D4-9710-BA9C-123CE90F7BCE}"/>
          </ac:spMkLst>
        </pc:spChg>
      </pc:sldChg>
      <pc:sldChg chg="modSp new">
        <pc:chgData name="Arina Berdieva" userId="e8634da2c873a5eb" providerId="Windows Live" clId="Web-{5864F25D-D7CA-57DF-743B-013DE12AA96B}" dt="2025-11-07T17:55:15.815" v="205" actId="20577"/>
        <pc:sldMkLst>
          <pc:docMk/>
          <pc:sldMk cId="271696316" sldId="263"/>
        </pc:sldMkLst>
        <pc:spChg chg="mod">
          <ac:chgData name="Arina Berdieva" userId="e8634da2c873a5eb" providerId="Windows Live" clId="Web-{5864F25D-D7CA-57DF-743B-013DE12AA96B}" dt="2025-11-07T17:55:15.815" v="205" actId="20577"/>
          <ac:spMkLst>
            <pc:docMk/>
            <pc:sldMk cId="271696316" sldId="263"/>
            <ac:spMk id="2" creationId="{B04CAE2C-BE47-A8D3-2608-0EAB26DEE27F}"/>
          </ac:spMkLst>
        </pc:spChg>
      </pc:sldChg>
      <pc:sldChg chg="addSp modSp new">
        <pc:chgData name="Arina Berdieva" userId="e8634da2c873a5eb" providerId="Windows Live" clId="Web-{5864F25D-D7CA-57DF-743B-013DE12AA96B}" dt="2025-11-07T18:05:19.575" v="388" actId="1076"/>
        <pc:sldMkLst>
          <pc:docMk/>
          <pc:sldMk cId="3501698794" sldId="265"/>
        </pc:sldMkLst>
        <pc:spChg chg="mod">
          <ac:chgData name="Arina Berdieva" userId="e8634da2c873a5eb" providerId="Windows Live" clId="Web-{5864F25D-D7CA-57DF-743B-013DE12AA96B}" dt="2025-11-07T18:02:39.755" v="339" actId="20577"/>
          <ac:spMkLst>
            <pc:docMk/>
            <pc:sldMk cId="3501698794" sldId="265"/>
            <ac:spMk id="2" creationId="{208CF4F5-EB99-3271-E917-BDB8B5FB8CAB}"/>
          </ac:spMkLst>
        </pc:spChg>
        <pc:spChg chg="mod">
          <ac:chgData name="Arina Berdieva" userId="e8634da2c873a5eb" providerId="Windows Live" clId="Web-{5864F25D-D7CA-57DF-743B-013DE12AA96B}" dt="2025-11-07T18:05:19.559" v="387" actId="1076"/>
          <ac:spMkLst>
            <pc:docMk/>
            <pc:sldMk cId="3501698794" sldId="265"/>
            <ac:spMk id="3" creationId="{B766F4D7-FA79-7AA7-4664-EAEA1788617B}"/>
          </ac:spMkLst>
        </pc:spChg>
        <pc:spChg chg="mod">
          <ac:chgData name="Arina Berdieva" userId="e8634da2c873a5eb" providerId="Windows Live" clId="Web-{5864F25D-D7CA-57DF-743B-013DE12AA96B}" dt="2025-11-07T18:04:19.836" v="361" actId="1076"/>
          <ac:spMkLst>
            <pc:docMk/>
            <pc:sldMk cId="3501698794" sldId="265"/>
            <ac:spMk id="4" creationId="{82EC9DAB-4E40-1B46-BD39-1ED2C3B96A98}"/>
          </ac:spMkLst>
        </pc:spChg>
        <pc:spChg chg="add mod">
          <ac:chgData name="Arina Berdieva" userId="e8634da2c873a5eb" providerId="Windows Live" clId="Web-{5864F25D-D7CA-57DF-743B-013DE12AA96B}" dt="2025-11-07T18:05:19.575" v="388" actId="1076"/>
          <ac:spMkLst>
            <pc:docMk/>
            <pc:sldMk cId="3501698794" sldId="265"/>
            <ac:spMk id="5" creationId="{49CCFCC6-8B8E-7439-C8C7-A00BDDD031EA}"/>
          </ac:spMkLst>
        </pc:spChg>
        <pc:spChg chg="add mod">
          <ac:chgData name="Arina Berdieva" userId="e8634da2c873a5eb" providerId="Windows Live" clId="Web-{5864F25D-D7CA-57DF-743B-013DE12AA96B}" dt="2025-11-07T18:05:06.651" v="386" actId="1076"/>
          <ac:spMkLst>
            <pc:docMk/>
            <pc:sldMk cId="3501698794" sldId="265"/>
            <ac:spMk id="6" creationId="{1C2C2853-B55B-3DB9-00ED-87387BA6826B}"/>
          </ac:spMkLst>
        </pc:spChg>
      </pc:sldChg>
      <pc:sldMasterChg chg="add addSldLayout modSldLayout">
        <pc:chgData name="Arina Berdieva" userId="e8634da2c873a5eb" providerId="Windows Live" clId="Web-{5864F25D-D7CA-57DF-743B-013DE12AA96B}" dt="2025-11-07T17:46:10.558" v="5"/>
        <pc:sldMasterMkLst>
          <pc:docMk/>
          <pc:sldMasterMk cId="3944482760" sldId="2147483738"/>
        </pc:sldMasterMkLst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711485173" sldId="2147483739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2633531774" sldId="2147483740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1275895716" sldId="2147483741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3965668012" sldId="2147483742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2367134811" sldId="2147483743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3459730383" sldId="2147483744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2342791990" sldId="2147483745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3824126288" sldId="2147483746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1693293823" sldId="2147483747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1440656588" sldId="2147483748"/>
          </pc:sldLayoutMkLst>
        </pc:sldLayoutChg>
        <pc:sldLayoutChg chg="add mod replId">
          <pc:chgData name="Arina Berdieva" userId="e8634da2c873a5eb" providerId="Windows Live" clId="Web-{5864F25D-D7CA-57DF-743B-013DE12AA96B}" dt="2025-11-07T17:46:10.558" v="5"/>
          <pc:sldLayoutMkLst>
            <pc:docMk/>
            <pc:sldMasterMk cId="3944482760" sldId="2147483738"/>
            <pc:sldLayoutMk cId="3749074374" sldId="2147483749"/>
          </pc:sldLayoutMkLst>
        </pc:sldLayoutChg>
      </pc:sldMasterChg>
    </pc:docChg>
  </pc:docChgLst>
  <pc:docChgLst>
    <pc:chgData name="Arina Berdieva" userId="e8634da2c873a5eb" providerId="Windows Live" clId="Web-{DBE96741-DC01-F6D6-689E-2D98A12012DF}"/>
    <pc:docChg chg="addSld delSld modSld sldOrd">
      <pc:chgData name="Arina Berdieva" userId="e8634da2c873a5eb" providerId="Windows Live" clId="Web-{DBE96741-DC01-F6D6-689E-2D98A12012DF}" dt="2025-11-08T00:10:34.911" v="235" actId="20577"/>
      <pc:docMkLst>
        <pc:docMk/>
      </pc:docMkLst>
      <pc:sldChg chg="modSp">
        <pc:chgData name="Arina Berdieva" userId="e8634da2c873a5eb" providerId="Windows Live" clId="Web-{DBE96741-DC01-F6D6-689E-2D98A12012DF}" dt="2025-11-07T23:48:12.679" v="164" actId="20577"/>
        <pc:sldMkLst>
          <pc:docMk/>
          <pc:sldMk cId="1284993761" sldId="261"/>
        </pc:sldMkLst>
        <pc:spChg chg="mod">
          <ac:chgData name="Arina Berdieva" userId="e8634da2c873a5eb" providerId="Windows Live" clId="Web-{DBE96741-DC01-F6D6-689E-2D98A12012DF}" dt="2025-11-07T23:48:12.679" v="164" actId="20577"/>
          <ac:spMkLst>
            <pc:docMk/>
            <pc:sldMk cId="1284993761" sldId="261"/>
            <ac:spMk id="3" creationId="{840CD0E1-25B9-F26B-0388-6A28F28C4C2C}"/>
          </ac:spMkLst>
        </pc:spChg>
      </pc:sldChg>
      <pc:sldChg chg="addSp delSp modSp">
        <pc:chgData name="Arina Berdieva" userId="e8634da2c873a5eb" providerId="Windows Live" clId="Web-{DBE96741-DC01-F6D6-689E-2D98A12012DF}" dt="2025-11-07T23:41:09.394" v="69" actId="1076"/>
        <pc:sldMkLst>
          <pc:docMk/>
          <pc:sldMk cId="833032836" sldId="262"/>
        </pc:sldMkLst>
        <pc:spChg chg="add mod">
          <ac:chgData name="Arina Berdieva" userId="e8634da2c873a5eb" providerId="Windows Live" clId="Web-{DBE96741-DC01-F6D6-689E-2D98A12012DF}" dt="2025-11-07T23:41:09.394" v="69" actId="1076"/>
          <ac:spMkLst>
            <pc:docMk/>
            <pc:sldMk cId="833032836" sldId="262"/>
            <ac:spMk id="5" creationId="{4FB7D2C4-E6E0-DD08-B75A-A0254D873A2D}"/>
          </ac:spMkLst>
        </pc:spChg>
      </pc:sldChg>
      <pc:sldChg chg="ord">
        <pc:chgData name="Arina Berdieva" userId="e8634da2c873a5eb" providerId="Windows Live" clId="Web-{DBE96741-DC01-F6D6-689E-2D98A12012DF}" dt="2025-11-07T23:42:40.286" v="73"/>
        <pc:sldMkLst>
          <pc:docMk/>
          <pc:sldMk cId="344384977" sldId="268"/>
        </pc:sldMkLst>
      </pc:sldChg>
      <pc:sldChg chg="modSp ord">
        <pc:chgData name="Arina Berdieva" userId="e8634da2c873a5eb" providerId="Windows Live" clId="Web-{DBE96741-DC01-F6D6-689E-2D98A12012DF}" dt="2025-11-07T23:43:24.240" v="77" actId="1076"/>
        <pc:sldMkLst>
          <pc:docMk/>
          <pc:sldMk cId="3749023339" sldId="270"/>
        </pc:sldMkLst>
        <pc:spChg chg="mod">
          <ac:chgData name="Arina Berdieva" userId="e8634da2c873a5eb" providerId="Windows Live" clId="Web-{DBE96741-DC01-F6D6-689E-2D98A12012DF}" dt="2025-11-07T23:43:24.240" v="77" actId="1076"/>
          <ac:spMkLst>
            <pc:docMk/>
            <pc:sldMk cId="3749023339" sldId="270"/>
            <ac:spMk id="3" creationId="{CBE811A0-D90A-495A-04F7-89FFD60D6F2E}"/>
          </ac:spMkLst>
        </pc:spChg>
      </pc:sldChg>
      <pc:sldChg chg="ord">
        <pc:chgData name="Arina Berdieva" userId="e8634da2c873a5eb" providerId="Windows Live" clId="Web-{DBE96741-DC01-F6D6-689E-2D98A12012DF}" dt="2025-11-07T23:42:40.286" v="72"/>
        <pc:sldMkLst>
          <pc:docMk/>
          <pc:sldMk cId="1948053626" sldId="271"/>
        </pc:sldMkLst>
      </pc:sldChg>
      <pc:sldChg chg="addSp delSp modSp">
        <pc:chgData name="Arina Berdieva" userId="e8634da2c873a5eb" providerId="Windows Live" clId="Web-{DBE96741-DC01-F6D6-689E-2D98A12012DF}" dt="2025-11-07T23:49:32.652" v="186" actId="1076"/>
        <pc:sldMkLst>
          <pc:docMk/>
          <pc:sldMk cId="965959610" sldId="275"/>
        </pc:sldMkLst>
        <pc:spChg chg="mod">
          <ac:chgData name="Arina Berdieva" userId="e8634da2c873a5eb" providerId="Windows Live" clId="Web-{DBE96741-DC01-F6D6-689E-2D98A12012DF}" dt="2025-11-07T23:49:17.980" v="178" actId="1076"/>
          <ac:spMkLst>
            <pc:docMk/>
            <pc:sldMk cId="965959610" sldId="275"/>
            <ac:spMk id="2" creationId="{0E583E8F-824E-9E84-1502-FB3F8EA182C6}"/>
          </ac:spMkLst>
        </pc:spChg>
        <pc:picChg chg="add mod">
          <ac:chgData name="Arina Berdieva" userId="e8634da2c873a5eb" providerId="Windows Live" clId="Web-{DBE96741-DC01-F6D6-689E-2D98A12012DF}" dt="2025-11-07T23:49:32.652" v="186" actId="1076"/>
          <ac:picMkLst>
            <pc:docMk/>
            <pc:sldMk cId="965959610" sldId="275"/>
            <ac:picMk id="5" creationId="{F434B049-B275-9DB1-6E7C-03D529CF9920}"/>
          </ac:picMkLst>
        </pc:picChg>
      </pc:sldChg>
      <pc:sldChg chg="modSp">
        <pc:chgData name="Arina Berdieva" userId="e8634da2c873a5eb" providerId="Windows Live" clId="Web-{DBE96741-DC01-F6D6-689E-2D98A12012DF}" dt="2025-11-07T23:43:13.240" v="76" actId="1076"/>
        <pc:sldMkLst>
          <pc:docMk/>
          <pc:sldMk cId="2258512906" sldId="278"/>
        </pc:sldMkLst>
        <pc:spChg chg="mod">
          <ac:chgData name="Arina Berdieva" userId="e8634da2c873a5eb" providerId="Windows Live" clId="Web-{DBE96741-DC01-F6D6-689E-2D98A12012DF}" dt="2025-11-07T23:43:13.240" v="76" actId="1076"/>
          <ac:spMkLst>
            <pc:docMk/>
            <pc:sldMk cId="2258512906" sldId="278"/>
            <ac:spMk id="3" creationId="{5CF504FC-E29A-BD10-0E81-2B785DD7D788}"/>
          </ac:spMkLst>
        </pc:spChg>
      </pc:sldChg>
      <pc:sldChg chg="modSp new">
        <pc:chgData name="Arina Berdieva" userId="e8634da2c873a5eb" providerId="Windows Live" clId="Web-{DBE96741-DC01-F6D6-689E-2D98A12012DF}" dt="2025-11-07T23:43:57.396" v="87" actId="1076"/>
        <pc:sldMkLst>
          <pc:docMk/>
          <pc:sldMk cId="1326676302" sldId="283"/>
        </pc:sldMkLst>
        <pc:spChg chg="mod">
          <ac:chgData name="Arina Berdieva" userId="e8634da2c873a5eb" providerId="Windows Live" clId="Web-{DBE96741-DC01-F6D6-689E-2D98A12012DF}" dt="2025-11-07T23:43:57.396" v="87" actId="1076"/>
          <ac:spMkLst>
            <pc:docMk/>
            <pc:sldMk cId="1326676302" sldId="283"/>
            <ac:spMk id="2" creationId="{9CD95AFC-F5E1-4688-0B35-D75DD2344045}"/>
          </ac:spMkLst>
        </pc:spChg>
      </pc:sldChg>
      <pc:sldChg chg="modSp add ord replId">
        <pc:chgData name="Arina Berdieva" userId="e8634da2c873a5eb" providerId="Windows Live" clId="Web-{DBE96741-DC01-F6D6-689E-2D98A12012DF}" dt="2025-11-07T23:42:40.286" v="75"/>
        <pc:sldMkLst>
          <pc:docMk/>
          <pc:sldMk cId="3170999473" sldId="284"/>
        </pc:sldMkLst>
        <pc:spChg chg="mod">
          <ac:chgData name="Arina Berdieva" userId="e8634da2c873a5eb" providerId="Windows Live" clId="Web-{DBE96741-DC01-F6D6-689E-2D98A12012DF}" dt="2025-11-07T23:39:27.626" v="58" actId="20577"/>
          <ac:spMkLst>
            <pc:docMk/>
            <pc:sldMk cId="3170999473" sldId="284"/>
            <ac:spMk id="2" creationId="{9524FC53-00D4-394C-198B-A17FA50305AF}"/>
          </ac:spMkLst>
        </pc:spChg>
      </pc:sldChg>
      <pc:sldChg chg="delSp modSp new">
        <pc:chgData name="Arina Berdieva" userId="e8634da2c873a5eb" providerId="Windows Live" clId="Web-{DBE96741-DC01-F6D6-689E-2D98A12012DF}" dt="2025-11-08T00:07:43.248" v="223" actId="20577"/>
        <pc:sldMkLst>
          <pc:docMk/>
          <pc:sldMk cId="1625859641" sldId="285"/>
        </pc:sldMkLst>
        <pc:spChg chg="mod">
          <ac:chgData name="Arina Berdieva" userId="e8634da2c873a5eb" providerId="Windows Live" clId="Web-{DBE96741-DC01-F6D6-689E-2D98A12012DF}" dt="2025-11-08T00:07:43.248" v="223" actId="20577"/>
          <ac:spMkLst>
            <pc:docMk/>
            <pc:sldMk cId="1625859641" sldId="285"/>
            <ac:spMk id="3" creationId="{78254102-7EB4-9CB9-F212-0B94584F5672}"/>
          </ac:spMkLst>
        </pc:spChg>
      </pc:sldChg>
    </pc:docChg>
  </pc:docChgLst>
  <pc:docChgLst>
    <pc:chgData name="Arina Berdieva" userId="e8634da2c873a5eb" providerId="Windows Live" clId="Web-{934CCCE6-7FCD-A556-A0B1-9E18122349C5}"/>
    <pc:docChg chg="modSld">
      <pc:chgData name="Arina Berdieva" userId="e8634da2c873a5eb" providerId="Windows Live" clId="Web-{934CCCE6-7FCD-A556-A0B1-9E18122349C5}" dt="2025-11-13T21:19:42.365" v="7" actId="20577"/>
      <pc:docMkLst>
        <pc:docMk/>
      </pc:docMkLst>
      <pc:sldChg chg="modSp">
        <pc:chgData name="Arina Berdieva" userId="e8634da2c873a5eb" providerId="Windows Live" clId="Web-{934CCCE6-7FCD-A556-A0B1-9E18122349C5}" dt="2025-11-13T20:20:23.306" v="5" actId="20577"/>
        <pc:sldMkLst>
          <pc:docMk/>
          <pc:sldMk cId="3564380907" sldId="274"/>
        </pc:sldMkLst>
        <pc:spChg chg="mod">
          <ac:chgData name="Arina Berdieva" userId="e8634da2c873a5eb" providerId="Windows Live" clId="Web-{934CCCE6-7FCD-A556-A0B1-9E18122349C5}" dt="2025-11-13T20:20:23.306" v="5" actId="20577"/>
          <ac:spMkLst>
            <pc:docMk/>
            <pc:sldMk cId="3564380907" sldId="274"/>
            <ac:spMk id="6" creationId="{135425CF-3DD1-87FF-CB15-B770C658DAA6}"/>
          </ac:spMkLst>
        </pc:spChg>
      </pc:sldChg>
      <pc:sldChg chg="modSp">
        <pc:chgData name="Arina Berdieva" userId="e8634da2c873a5eb" providerId="Windows Live" clId="Web-{934CCCE6-7FCD-A556-A0B1-9E18122349C5}" dt="2025-11-13T21:19:42.365" v="7" actId="20577"/>
        <pc:sldMkLst>
          <pc:docMk/>
          <pc:sldMk cId="1346494861" sldId="279"/>
        </pc:sldMkLst>
        <pc:spChg chg="mod">
          <ac:chgData name="Arina Berdieva" userId="e8634da2c873a5eb" providerId="Windows Live" clId="Web-{934CCCE6-7FCD-A556-A0B1-9E18122349C5}" dt="2025-11-13T21:19:42.365" v="7" actId="20577"/>
          <ac:spMkLst>
            <pc:docMk/>
            <pc:sldMk cId="1346494861" sldId="279"/>
            <ac:spMk id="3" creationId="{717B27EC-5414-CBDB-A1B6-F569DEA261D8}"/>
          </ac:spMkLst>
        </pc:spChg>
      </pc:sldChg>
    </pc:docChg>
  </pc:docChgLst>
  <pc:docChgLst>
    <pc:chgData name="Arina Berdieva" userId="e8634da2c873a5eb" providerId="Windows Live" clId="Web-{F09CB773-66B7-9AE2-D74C-F4811ED1CE0D}"/>
    <pc:docChg chg="mod addSld delSld modSld sldOrd modMainMaster">
      <pc:chgData name="Arina Berdieva" userId="e8634da2c873a5eb" providerId="Windows Live" clId="Web-{F09CB773-66B7-9AE2-D74C-F4811ED1CE0D}" dt="2025-11-07T23:31:28.545" v="1808" actId="20577"/>
      <pc:docMkLst>
        <pc:docMk/>
      </pc:docMkLst>
      <pc:sldChg chg="addSp modSp">
        <pc:chgData name="Arina Berdieva" userId="e8634da2c873a5eb" providerId="Windows Live" clId="Web-{F09CB773-66B7-9AE2-D74C-F4811ED1CE0D}" dt="2025-11-07T22:15:27.130" v="1060"/>
        <pc:sldMkLst>
          <pc:docMk/>
          <pc:sldMk cId="1671714568" sldId="257"/>
        </pc:sldMkLst>
        <pc:spChg chg="mod">
          <ac:chgData name="Arina Berdieva" userId="e8634da2c873a5eb" providerId="Windows Live" clId="Web-{F09CB773-66B7-9AE2-D74C-F4811ED1CE0D}" dt="2025-11-07T21:58:04.467" v="733" actId="20577"/>
          <ac:spMkLst>
            <pc:docMk/>
            <pc:sldMk cId="1671714568" sldId="257"/>
            <ac:spMk id="3" creationId="{717ACC4E-81F3-9A65-7D7F-15BE715917D5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1671714568" sldId="257"/>
            <ac:spMk id="4" creationId="{D7EE2223-3A62-2FA3-B3B9-4FCD48F6C232}"/>
          </ac:spMkLst>
        </pc:spChg>
      </pc:sldChg>
      <pc:sldChg chg="addSp modSp">
        <pc:chgData name="Arina Berdieva" userId="e8634da2c873a5eb" providerId="Windows Live" clId="Web-{F09CB773-66B7-9AE2-D74C-F4811ED1CE0D}" dt="2025-11-07T22:45:15.552" v="1324" actId="20577"/>
        <pc:sldMkLst>
          <pc:docMk/>
          <pc:sldMk cId="4180188104" sldId="259"/>
        </pc:sldMkLst>
        <pc:spChg chg="mod">
          <ac:chgData name="Arina Berdieva" userId="e8634da2c873a5eb" providerId="Windows Live" clId="Web-{F09CB773-66B7-9AE2-D74C-F4811ED1CE0D}" dt="2025-11-07T22:45:15.552" v="1324" actId="20577"/>
          <ac:spMkLst>
            <pc:docMk/>
            <pc:sldMk cId="4180188104" sldId="259"/>
            <ac:spMk id="3" creationId="{6ED6CA60-95A4-554C-4F56-7D0668C1DC19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4180188104" sldId="259"/>
            <ac:spMk id="4" creationId="{908E1EB3-F82A-237D-9D02-6C753E768C36}"/>
          </ac:spMkLst>
        </pc:spChg>
      </pc:sldChg>
      <pc:sldChg chg="addSp modSp">
        <pc:chgData name="Arina Berdieva" userId="e8634da2c873a5eb" providerId="Windows Live" clId="Web-{F09CB773-66B7-9AE2-D74C-F4811ED1CE0D}" dt="2025-11-07T22:51:43.671" v="1444" actId="20577"/>
        <pc:sldMkLst>
          <pc:docMk/>
          <pc:sldMk cId="4106537431" sldId="260"/>
        </pc:sldMkLst>
        <pc:spChg chg="mod">
          <ac:chgData name="Arina Berdieva" userId="e8634da2c873a5eb" providerId="Windows Live" clId="Web-{F09CB773-66B7-9AE2-D74C-F4811ED1CE0D}" dt="2025-11-07T22:51:43.671" v="1444" actId="20577"/>
          <ac:spMkLst>
            <pc:docMk/>
            <pc:sldMk cId="4106537431" sldId="260"/>
            <ac:spMk id="3" creationId="{861B93F8-D1DC-8F30-BF2C-D76077C281A1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4106537431" sldId="260"/>
            <ac:spMk id="4" creationId="{91FFBADE-4A30-8D8F-700E-E82291CEB2A7}"/>
          </ac:spMkLst>
        </pc:spChg>
      </pc:sldChg>
      <pc:sldChg chg="addSp modSp">
        <pc:chgData name="Arina Berdieva" userId="e8634da2c873a5eb" providerId="Windows Live" clId="Web-{F09CB773-66B7-9AE2-D74C-F4811ED1CE0D}" dt="2025-11-07T22:16:42.264" v="1085" actId="20577"/>
        <pc:sldMkLst>
          <pc:docMk/>
          <pc:sldMk cId="1284993761" sldId="261"/>
        </pc:sldMkLst>
        <pc:spChg chg="mod">
          <ac:chgData name="Arina Berdieva" userId="e8634da2c873a5eb" providerId="Windows Live" clId="Web-{F09CB773-66B7-9AE2-D74C-F4811ED1CE0D}" dt="2025-11-07T22:16:42.264" v="1085" actId="20577"/>
          <ac:spMkLst>
            <pc:docMk/>
            <pc:sldMk cId="1284993761" sldId="261"/>
            <ac:spMk id="3" creationId="{840CD0E1-25B9-F26B-0388-6A28F28C4C2C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1284993761" sldId="261"/>
            <ac:spMk id="4" creationId="{71CCE8D9-17A1-2B96-FDAE-AD6CC7A2F9CF}"/>
          </ac:spMkLst>
        </pc:spChg>
      </pc:sldChg>
      <pc:sldChg chg="addSp modSp">
        <pc:chgData name="Arina Berdieva" userId="e8634da2c873a5eb" providerId="Windows Live" clId="Web-{F09CB773-66B7-9AE2-D74C-F4811ED1CE0D}" dt="2025-11-07T22:15:27.130" v="1060"/>
        <pc:sldMkLst>
          <pc:docMk/>
          <pc:sldMk cId="833032836" sldId="262"/>
        </pc:sldMkLst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833032836" sldId="262"/>
            <ac:spMk id="4" creationId="{4239F9D5-C5EC-EDF9-F487-66019722A0DF}"/>
          </ac:spMkLst>
        </pc:spChg>
      </pc:sldChg>
      <pc:sldChg chg="addSp modSp">
        <pc:chgData name="Arina Berdieva" userId="e8634da2c873a5eb" providerId="Windows Live" clId="Web-{F09CB773-66B7-9AE2-D74C-F4811ED1CE0D}" dt="2025-11-07T23:18:33.274" v="1565" actId="20577"/>
        <pc:sldMkLst>
          <pc:docMk/>
          <pc:sldMk cId="271696316" sldId="263"/>
        </pc:sldMkLst>
        <pc:spChg chg="mod">
          <ac:chgData name="Arina Berdieva" userId="e8634da2c873a5eb" providerId="Windows Live" clId="Web-{F09CB773-66B7-9AE2-D74C-F4811ED1CE0D}" dt="2025-11-07T22:42:40.329" v="1318" actId="20577"/>
          <ac:spMkLst>
            <pc:docMk/>
            <pc:sldMk cId="271696316" sldId="263"/>
            <ac:spMk id="2" creationId="{B04CAE2C-BE47-A8D3-2608-0EAB26DEE27F}"/>
          </ac:spMkLst>
        </pc:spChg>
        <pc:spChg chg="mod">
          <ac:chgData name="Arina Berdieva" userId="e8634da2c873a5eb" providerId="Windows Live" clId="Web-{F09CB773-66B7-9AE2-D74C-F4811ED1CE0D}" dt="2025-11-07T23:18:33.274" v="1565" actId="20577"/>
          <ac:spMkLst>
            <pc:docMk/>
            <pc:sldMk cId="271696316" sldId="263"/>
            <ac:spMk id="3" creationId="{385F66A1-D725-73B3-D486-B08E33C206BA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271696316" sldId="263"/>
            <ac:spMk id="4" creationId="{EF1773A4-899D-CDE6-A412-46D8C376DD58}"/>
          </ac:spMkLst>
        </pc:spChg>
      </pc:sldChg>
      <pc:sldChg chg="addSp modSp">
        <pc:chgData name="Arina Berdieva" userId="e8634da2c873a5eb" providerId="Windows Live" clId="Web-{F09CB773-66B7-9AE2-D74C-F4811ED1CE0D}" dt="2025-11-07T22:15:27.130" v="1060"/>
        <pc:sldMkLst>
          <pc:docMk/>
          <pc:sldMk cId="3501698794" sldId="265"/>
        </pc:sldMkLst>
        <pc:spChg chg="mod">
          <ac:chgData name="Arina Berdieva" userId="e8634da2c873a5eb" providerId="Windows Live" clId="Web-{F09CB773-66B7-9AE2-D74C-F4811ED1CE0D}" dt="2025-11-07T22:13:29.253" v="1043" actId="1076"/>
          <ac:spMkLst>
            <pc:docMk/>
            <pc:sldMk cId="3501698794" sldId="265"/>
            <ac:spMk id="3" creationId="{B766F4D7-FA79-7AA7-4664-EAEA1788617B}"/>
          </ac:spMkLst>
        </pc:spChg>
        <pc:spChg chg="mod">
          <ac:chgData name="Arina Berdieva" userId="e8634da2c873a5eb" providerId="Windows Live" clId="Web-{F09CB773-66B7-9AE2-D74C-F4811ED1CE0D}" dt="2025-11-07T22:13:29.269" v="1044" actId="1076"/>
          <ac:spMkLst>
            <pc:docMk/>
            <pc:sldMk cId="3501698794" sldId="265"/>
            <ac:spMk id="5" creationId="{49CCFCC6-8B8E-7439-C8C7-A00BDDD031EA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3501698794" sldId="265"/>
            <ac:spMk id="7" creationId="{59C5DDBE-8E9C-AB56-A247-88A8EBD5F34C}"/>
          </ac:spMkLst>
        </pc:spChg>
      </pc:sldChg>
      <pc:sldChg chg="addSp delSp modSp new mod setBg">
        <pc:chgData name="Arina Berdieva" userId="e8634da2c873a5eb" providerId="Windows Live" clId="Web-{F09CB773-66B7-9AE2-D74C-F4811ED1CE0D}" dt="2025-11-07T22:15:27.130" v="1060"/>
        <pc:sldMkLst>
          <pc:docMk/>
          <pc:sldMk cId="344384977" sldId="268"/>
        </pc:sldMkLst>
        <pc:spChg chg="add mod ord">
          <ac:chgData name="Arina Berdieva" userId="e8634da2c873a5eb" providerId="Windows Live" clId="Web-{F09CB773-66B7-9AE2-D74C-F4811ED1CE0D}" dt="2025-11-07T21:30:37.502" v="452" actId="20577"/>
          <ac:spMkLst>
            <pc:docMk/>
            <pc:sldMk cId="344384977" sldId="268"/>
            <ac:spMk id="6" creationId="{C84DA6B6-2ECF-82A6-8833-EB6D36238A0B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344384977" sldId="268"/>
            <ac:spMk id="10" creationId="{86CC7243-47C5-2A70-3B47-288B3BBB8E8C}"/>
          </ac:spMkLst>
        </pc:spChg>
        <pc:picChg chg="add mod">
          <ac:chgData name="Arina Berdieva" userId="e8634da2c873a5eb" providerId="Windows Live" clId="Web-{F09CB773-66B7-9AE2-D74C-F4811ED1CE0D}" dt="2025-11-07T21:25:57.359" v="386" actId="1076"/>
          <ac:picMkLst>
            <pc:docMk/>
            <pc:sldMk cId="344384977" sldId="268"/>
            <ac:picMk id="8" creationId="{37A2DBBE-7E15-6135-BF69-EB1C46B0BA80}"/>
          </ac:picMkLst>
        </pc:picChg>
        <pc:picChg chg="add mod">
          <ac:chgData name="Arina Berdieva" userId="e8634da2c873a5eb" providerId="Windows Live" clId="Web-{F09CB773-66B7-9AE2-D74C-F4811ED1CE0D}" dt="2025-11-07T21:27:01.724" v="402" actId="14100"/>
          <ac:picMkLst>
            <pc:docMk/>
            <pc:sldMk cId="344384977" sldId="268"/>
            <ac:picMk id="9" creationId="{2C251BCF-1FD3-AD07-37B6-47C52C66316A}"/>
          </ac:picMkLst>
        </pc:picChg>
      </pc:sldChg>
      <pc:sldChg chg="addSp delSp modSp new">
        <pc:chgData name="Arina Berdieva" userId="e8634da2c873a5eb" providerId="Windows Live" clId="Web-{F09CB773-66B7-9AE2-D74C-F4811ED1CE0D}" dt="2025-11-07T23:04:52.914" v="1523" actId="20577"/>
        <pc:sldMkLst>
          <pc:docMk/>
          <pc:sldMk cId="3749023339" sldId="270"/>
        </pc:sldMkLst>
        <pc:spChg chg="mod">
          <ac:chgData name="Arina Berdieva" userId="e8634da2c873a5eb" providerId="Windows Live" clId="Web-{F09CB773-66B7-9AE2-D74C-F4811ED1CE0D}" dt="2025-11-07T23:04:52.914" v="1523" actId="20577"/>
          <ac:spMkLst>
            <pc:docMk/>
            <pc:sldMk cId="3749023339" sldId="270"/>
            <ac:spMk id="3" creationId="{CBE811A0-D90A-495A-04F7-89FFD60D6F2E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3749023339" sldId="270"/>
            <ac:spMk id="4" creationId="{C63744EB-D639-9926-A74A-BA9C1964F022}"/>
          </ac:spMkLst>
        </pc:spChg>
      </pc:sldChg>
      <pc:sldChg chg="addSp delSp modSp new">
        <pc:chgData name="Arina Berdieva" userId="e8634da2c873a5eb" providerId="Windows Live" clId="Web-{F09CB773-66B7-9AE2-D74C-F4811ED1CE0D}" dt="2025-11-07T22:15:27.130" v="1060"/>
        <pc:sldMkLst>
          <pc:docMk/>
          <pc:sldMk cId="1948053626" sldId="271"/>
        </pc:sldMkLst>
        <pc:spChg chg="mod">
          <ac:chgData name="Arina Berdieva" userId="e8634da2c873a5eb" providerId="Windows Live" clId="Web-{F09CB773-66B7-9AE2-D74C-F4811ED1CE0D}" dt="2025-11-07T21:51:03.967" v="616" actId="20577"/>
          <ac:spMkLst>
            <pc:docMk/>
            <pc:sldMk cId="1948053626" sldId="271"/>
            <ac:spMk id="3" creationId="{EF91FC3C-018A-500D-1C3D-EED9C94A9AFF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1948053626" sldId="271"/>
            <ac:spMk id="5" creationId="{5D2AB232-EBC4-1140-2A6E-FDC419263123}"/>
          </ac:spMkLst>
        </pc:spChg>
        <pc:picChg chg="add mod">
          <ac:chgData name="Arina Berdieva" userId="e8634da2c873a5eb" providerId="Windows Live" clId="Web-{F09CB773-66B7-9AE2-D74C-F4811ED1CE0D}" dt="2025-11-07T21:50:47.420" v="613" actId="1076"/>
          <ac:picMkLst>
            <pc:docMk/>
            <pc:sldMk cId="1948053626" sldId="271"/>
            <ac:picMk id="4" creationId="{302CE0F7-A24A-4709-A1EE-00EF44C47D1A}"/>
          </ac:picMkLst>
        </pc:picChg>
      </pc:sldChg>
      <pc:sldChg chg="addSp modSp new">
        <pc:chgData name="Arina Berdieva" userId="e8634da2c873a5eb" providerId="Windows Live" clId="Web-{F09CB773-66B7-9AE2-D74C-F4811ED1CE0D}" dt="2025-11-07T22:29:49.610" v="1245" actId="20577"/>
        <pc:sldMkLst>
          <pc:docMk/>
          <pc:sldMk cId="1761471132" sldId="273"/>
        </pc:sldMkLst>
        <pc:spChg chg="mod">
          <ac:chgData name="Arina Berdieva" userId="e8634da2c873a5eb" providerId="Windows Live" clId="Web-{F09CB773-66B7-9AE2-D74C-F4811ED1CE0D}" dt="2025-11-07T21:54:38.379" v="713" actId="20577"/>
          <ac:spMkLst>
            <pc:docMk/>
            <pc:sldMk cId="1761471132" sldId="273"/>
            <ac:spMk id="2" creationId="{EEF52E31-92DE-804B-1C8C-E8863F68A32B}"/>
          </ac:spMkLst>
        </pc:spChg>
        <pc:spChg chg="mod">
          <ac:chgData name="Arina Berdieva" userId="e8634da2c873a5eb" providerId="Windows Live" clId="Web-{F09CB773-66B7-9AE2-D74C-F4811ED1CE0D}" dt="2025-11-07T22:29:49.610" v="1245" actId="20577"/>
          <ac:spMkLst>
            <pc:docMk/>
            <pc:sldMk cId="1761471132" sldId="273"/>
            <ac:spMk id="3" creationId="{8082DF84-B7AD-28DA-28C4-11CA9EDFFEF4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1761471132" sldId="273"/>
            <ac:spMk id="4" creationId="{C8A84018-5BAE-2E1B-823D-0E5274A21CF4}"/>
          </ac:spMkLst>
        </pc:spChg>
      </pc:sldChg>
      <pc:sldChg chg="addSp delSp modSp new">
        <pc:chgData name="Arina Berdieva" userId="e8634da2c873a5eb" providerId="Windows Live" clId="Web-{F09CB773-66B7-9AE2-D74C-F4811ED1CE0D}" dt="2025-11-07T22:27:08.981" v="1229" actId="20577"/>
        <pc:sldMkLst>
          <pc:docMk/>
          <pc:sldMk cId="3564380907" sldId="274"/>
        </pc:sldMkLst>
        <pc:spChg chg="add mod">
          <ac:chgData name="Arina Berdieva" userId="e8634da2c873a5eb" providerId="Windows Live" clId="Web-{F09CB773-66B7-9AE2-D74C-F4811ED1CE0D}" dt="2025-11-07T22:27:08.981" v="1229" actId="20577"/>
          <ac:spMkLst>
            <pc:docMk/>
            <pc:sldMk cId="3564380907" sldId="274"/>
            <ac:spMk id="6" creationId="{135425CF-3DD1-87FF-CB15-B770C658DAA6}"/>
          </ac:spMkLst>
        </pc:spChg>
        <pc:spChg chg="add mod">
          <ac:chgData name="Arina Berdieva" userId="e8634da2c873a5eb" providerId="Windows Live" clId="Web-{F09CB773-66B7-9AE2-D74C-F4811ED1CE0D}" dt="2025-11-07T22:15:21.895" v="1055"/>
          <ac:spMkLst>
            <pc:docMk/>
            <pc:sldMk cId="3564380907" sldId="274"/>
            <ac:spMk id="10" creationId="{9EE84D57-CB69-FC4E-1D9F-5345DD90ED35}"/>
          </ac:spMkLst>
        </pc:spChg>
        <pc:picChg chg="add mod ord">
          <ac:chgData name="Arina Berdieva" userId="e8634da2c873a5eb" providerId="Windows Live" clId="Web-{F09CB773-66B7-9AE2-D74C-F4811ED1CE0D}" dt="2025-11-07T22:26:58.778" v="1222" actId="1076"/>
          <ac:picMkLst>
            <pc:docMk/>
            <pc:sldMk cId="3564380907" sldId="274"/>
            <ac:picMk id="4" creationId="{C621D0E9-9DA1-ED60-DB60-93960D415D56}"/>
          </ac:picMkLst>
        </pc:picChg>
      </pc:sldChg>
      <pc:sldChg chg="addSp modSp new">
        <pc:chgData name="Arina Berdieva" userId="e8634da2c873a5eb" providerId="Windows Live" clId="Web-{F09CB773-66B7-9AE2-D74C-F4811ED1CE0D}" dt="2025-11-07T22:15:27.130" v="1060"/>
        <pc:sldMkLst>
          <pc:docMk/>
          <pc:sldMk cId="965959610" sldId="275"/>
        </pc:sldMkLst>
        <pc:spChg chg="mod">
          <ac:chgData name="Arina Berdieva" userId="e8634da2c873a5eb" providerId="Windows Live" clId="Web-{F09CB773-66B7-9AE2-D74C-F4811ED1CE0D}" dt="2025-11-07T22:12:27.478" v="995" actId="20577"/>
          <ac:spMkLst>
            <pc:docMk/>
            <pc:sldMk cId="965959610" sldId="275"/>
            <ac:spMk id="2" creationId="{0E583E8F-824E-9E84-1502-FB3F8EA182C6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965959610" sldId="275"/>
            <ac:spMk id="4" creationId="{5C20B451-9CF6-2AF2-0996-8C26E05FC330}"/>
          </ac:spMkLst>
        </pc:spChg>
      </pc:sldChg>
      <pc:sldChg chg="addSp modSp new">
        <pc:chgData name="Arina Berdieva" userId="e8634da2c873a5eb" providerId="Windows Live" clId="Web-{F09CB773-66B7-9AE2-D74C-F4811ED1CE0D}" dt="2025-11-07T22:15:27.130" v="1060"/>
        <pc:sldMkLst>
          <pc:docMk/>
          <pc:sldMk cId="1022073571" sldId="276"/>
        </pc:sldMkLst>
        <pc:spChg chg="mod">
          <ac:chgData name="Arina Berdieva" userId="e8634da2c873a5eb" providerId="Windows Live" clId="Web-{F09CB773-66B7-9AE2-D74C-F4811ED1CE0D}" dt="2025-11-07T22:12:47.198" v="1033" actId="20577"/>
          <ac:spMkLst>
            <pc:docMk/>
            <pc:sldMk cId="1022073571" sldId="276"/>
            <ac:spMk id="2" creationId="{2FA36DCA-F9D1-1BC5-2BAF-BA17D11E2254}"/>
          </ac:spMkLst>
        </pc:spChg>
        <pc:spChg chg="add mod">
          <ac:chgData name="Arina Berdieva" userId="e8634da2c873a5eb" providerId="Windows Live" clId="Web-{F09CB773-66B7-9AE2-D74C-F4811ED1CE0D}" dt="2025-11-07T22:15:27.130" v="1060"/>
          <ac:spMkLst>
            <pc:docMk/>
            <pc:sldMk cId="1022073571" sldId="276"/>
            <ac:spMk id="4" creationId="{2EC1699E-0F51-23EF-CB1B-33173B46BC16}"/>
          </ac:spMkLst>
        </pc:spChg>
      </pc:sldChg>
      <pc:sldChg chg="delSp modSp new">
        <pc:chgData name="Arina Berdieva" userId="e8634da2c873a5eb" providerId="Windows Live" clId="Web-{F09CB773-66B7-9AE2-D74C-F4811ED1CE0D}" dt="2025-11-07T22:33:08.640" v="1283" actId="1076"/>
        <pc:sldMkLst>
          <pc:docMk/>
          <pc:sldMk cId="1075933595" sldId="277"/>
        </pc:sldMkLst>
        <pc:spChg chg="mod">
          <ac:chgData name="Arina Berdieva" userId="e8634da2c873a5eb" providerId="Windows Live" clId="Web-{F09CB773-66B7-9AE2-D74C-F4811ED1CE0D}" dt="2025-11-07T22:33:08.640" v="1283" actId="1076"/>
          <ac:spMkLst>
            <pc:docMk/>
            <pc:sldMk cId="1075933595" sldId="277"/>
            <ac:spMk id="3" creationId="{8EB5153D-7972-DF6C-802B-A0F833849757}"/>
          </ac:spMkLst>
        </pc:spChg>
      </pc:sldChg>
      <pc:sldChg chg="delSp modSp new">
        <pc:chgData name="Arina Berdieva" userId="e8634da2c873a5eb" providerId="Windows Live" clId="Web-{F09CB773-66B7-9AE2-D74C-F4811ED1CE0D}" dt="2025-11-07T23:03:27.918" v="1503" actId="14100"/>
        <pc:sldMkLst>
          <pc:docMk/>
          <pc:sldMk cId="2258512906" sldId="278"/>
        </pc:sldMkLst>
        <pc:spChg chg="mod">
          <ac:chgData name="Arina Berdieva" userId="e8634da2c873a5eb" providerId="Windows Live" clId="Web-{F09CB773-66B7-9AE2-D74C-F4811ED1CE0D}" dt="2025-11-07T23:03:27.918" v="1503" actId="14100"/>
          <ac:spMkLst>
            <pc:docMk/>
            <pc:sldMk cId="2258512906" sldId="278"/>
            <ac:spMk id="3" creationId="{5CF504FC-E29A-BD10-0E81-2B785DD7D788}"/>
          </ac:spMkLst>
        </pc:spChg>
      </pc:sldChg>
      <pc:sldChg chg="delSp modSp new">
        <pc:chgData name="Arina Berdieva" userId="e8634da2c873a5eb" providerId="Windows Live" clId="Web-{F09CB773-66B7-9AE2-D74C-F4811ED1CE0D}" dt="2025-11-07T23:22:30.435" v="1601" actId="20577"/>
        <pc:sldMkLst>
          <pc:docMk/>
          <pc:sldMk cId="1346494861" sldId="279"/>
        </pc:sldMkLst>
        <pc:spChg chg="mod">
          <ac:chgData name="Arina Berdieva" userId="e8634da2c873a5eb" providerId="Windows Live" clId="Web-{F09CB773-66B7-9AE2-D74C-F4811ED1CE0D}" dt="2025-11-07T23:22:30.435" v="1601" actId="20577"/>
          <ac:spMkLst>
            <pc:docMk/>
            <pc:sldMk cId="1346494861" sldId="279"/>
            <ac:spMk id="3" creationId="{717B27EC-5414-CBDB-A1B6-F569DEA261D8}"/>
          </ac:spMkLst>
        </pc:spChg>
      </pc:sldChg>
      <pc:sldChg chg="modSp new ord">
        <pc:chgData name="Arina Berdieva" userId="e8634da2c873a5eb" providerId="Windows Live" clId="Web-{F09CB773-66B7-9AE2-D74C-F4811ED1CE0D}" dt="2025-11-07T23:26:52.906" v="1720" actId="20577"/>
        <pc:sldMkLst>
          <pc:docMk/>
          <pc:sldMk cId="139006566" sldId="280"/>
        </pc:sldMkLst>
        <pc:spChg chg="mod">
          <ac:chgData name="Arina Berdieva" userId="e8634da2c873a5eb" providerId="Windows Live" clId="Web-{F09CB773-66B7-9AE2-D74C-F4811ED1CE0D}" dt="2025-11-07T23:24:15.858" v="1653" actId="20577"/>
          <ac:spMkLst>
            <pc:docMk/>
            <pc:sldMk cId="139006566" sldId="280"/>
            <ac:spMk id="2" creationId="{1B0910B4-B042-C56F-06B9-15F477985073}"/>
          </ac:spMkLst>
        </pc:spChg>
        <pc:spChg chg="mod">
          <ac:chgData name="Arina Berdieva" userId="e8634da2c873a5eb" providerId="Windows Live" clId="Web-{F09CB773-66B7-9AE2-D74C-F4811ED1CE0D}" dt="2025-11-07T23:26:52.906" v="1720" actId="20577"/>
          <ac:spMkLst>
            <pc:docMk/>
            <pc:sldMk cId="139006566" sldId="280"/>
            <ac:spMk id="3" creationId="{833CC69B-1967-FF9F-2093-D607B49CD252}"/>
          </ac:spMkLst>
        </pc:spChg>
      </pc:sldChg>
      <pc:sldChg chg="modSp new">
        <pc:chgData name="Arina Berdieva" userId="e8634da2c873a5eb" providerId="Windows Live" clId="Web-{F09CB773-66B7-9AE2-D74C-F4811ED1CE0D}" dt="2025-11-07T23:25:25.005" v="1660" actId="20577"/>
        <pc:sldMkLst>
          <pc:docMk/>
          <pc:sldMk cId="436375839" sldId="281"/>
        </pc:sldMkLst>
        <pc:spChg chg="mod">
          <ac:chgData name="Arina Berdieva" userId="e8634da2c873a5eb" providerId="Windows Live" clId="Web-{F09CB773-66B7-9AE2-D74C-F4811ED1CE0D}" dt="2025-11-07T23:25:25.005" v="1660" actId="20577"/>
          <ac:spMkLst>
            <pc:docMk/>
            <pc:sldMk cId="436375839" sldId="281"/>
            <ac:spMk id="2" creationId="{EBCBE0ED-2EB4-2E7D-35F1-0A40F7C42B9F}"/>
          </ac:spMkLst>
        </pc:spChg>
      </pc:sldChg>
      <pc:sldMasterChg chg="mod modSldLayout">
        <pc:chgData name="Arina Berdieva" userId="e8634da2c873a5eb" providerId="Windows Live" clId="Web-{F09CB773-66B7-9AE2-D74C-F4811ED1CE0D}" dt="2025-11-07T22:15:27.130" v="1060"/>
        <pc:sldMasterMkLst>
          <pc:docMk/>
          <pc:sldMasterMk cId="3944482760" sldId="2147483738"/>
        </pc:sldMasterMkLst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711485173" sldId="2147483739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2633531774" sldId="2147483740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1275895716" sldId="2147483741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3965668012" sldId="2147483742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2367134811" sldId="2147483743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3459730383" sldId="2147483744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2342791990" sldId="2147483745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3824126288" sldId="2147483746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1693293823" sldId="2147483747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1440656588" sldId="2147483748"/>
          </pc:sldLayoutMkLst>
        </pc:sldLayoutChg>
        <pc:sldLayoutChg chg="mod">
          <pc:chgData name="Arina Berdieva" userId="e8634da2c873a5eb" providerId="Windows Live" clId="Web-{F09CB773-66B7-9AE2-D74C-F4811ED1CE0D}" dt="2025-11-07T22:15:27.130" v="1060"/>
          <pc:sldLayoutMkLst>
            <pc:docMk/>
            <pc:sldMasterMk cId="3944482760" sldId="2147483738"/>
            <pc:sldLayoutMk cId="3749074374" sldId="21474837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851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3177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9571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680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48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303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91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62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938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565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7437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F4F5-EB99-3271-E917-BDB8B5FB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996795" cy="1588995"/>
          </a:xfrm>
        </p:spPr>
        <p:txBody>
          <a:bodyPr>
            <a:normAutofit/>
          </a:bodyPr>
          <a:lstStyle/>
          <a:p>
            <a:r>
              <a:rPr lang="en-US" sz="6600" b="1" err="1"/>
              <a:t>Потоки</a:t>
            </a:r>
            <a:endParaRPr lang="en-US" sz="6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6F4D7-FA79-7AA7-4664-EAEA17886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916" y="2343677"/>
            <a:ext cx="6172200" cy="48736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/>
              <a:t>создание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err="1"/>
          </a:p>
          <a:p>
            <a:r>
              <a:rPr lang="en-US" sz="2400" err="1"/>
              <a:t>информация</a:t>
            </a:r>
            <a:r>
              <a:rPr lang="en-US" sz="2400"/>
              <a:t> о </a:t>
            </a:r>
            <a:r>
              <a:rPr lang="en-US" sz="2400" err="1"/>
              <a:t>потоке</a:t>
            </a:r>
            <a:endParaRPr lang="en-US" err="1"/>
          </a:p>
          <a:p>
            <a:r>
              <a:rPr lang="en-US" sz="2400" err="1"/>
              <a:t>завершение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sz="2400"/>
          </a:p>
          <a:p>
            <a:r>
              <a:rPr lang="en-US" sz="2400" err="1"/>
              <a:t>ожидание</a:t>
            </a:r>
            <a:r>
              <a:rPr lang="en-US" sz="2400"/>
              <a:t> </a:t>
            </a:r>
            <a:r>
              <a:rPr lang="en-US" sz="2400" err="1"/>
              <a:t>завершения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sz="2400"/>
          </a:p>
          <a:p>
            <a:r>
              <a:rPr lang="en-US" sz="2400" err="1"/>
              <a:t>передача</a:t>
            </a:r>
            <a:r>
              <a:rPr lang="en-US" sz="2400"/>
              <a:t> </a:t>
            </a:r>
            <a:r>
              <a:rPr lang="en-US" sz="2400" err="1"/>
              <a:t>управления</a:t>
            </a:r>
            <a:r>
              <a:rPr lang="en-US" sz="2400"/>
              <a:t> </a:t>
            </a:r>
            <a:r>
              <a:rPr lang="en-US" sz="2400" err="1"/>
              <a:t>планировщику</a:t>
            </a:r>
            <a:endParaRPr lang="en-US" sz="2400"/>
          </a:p>
          <a:p>
            <a:r>
              <a:rPr lang="en-US" sz="2400" err="1"/>
              <a:t>использование</a:t>
            </a:r>
            <a:r>
              <a:rPr lang="en-US" sz="2400"/>
              <a:t> </a:t>
            </a:r>
            <a:r>
              <a:rPr lang="en-US" sz="2400" err="1"/>
              <a:t>общего</a:t>
            </a:r>
            <a:r>
              <a:rPr lang="en-US" sz="2400"/>
              <a:t> </a:t>
            </a:r>
            <a:r>
              <a:rPr lang="en-US" sz="2400" err="1"/>
              <a:t>адресного</a:t>
            </a:r>
            <a:r>
              <a:rPr lang="en-US" sz="2400"/>
              <a:t> </a:t>
            </a:r>
            <a:r>
              <a:rPr lang="en-US" sz="2400" err="1"/>
              <a:t>пространства</a:t>
            </a:r>
            <a:endParaRPr lang="en-US" err="1"/>
          </a:p>
          <a:p>
            <a:r>
              <a:rPr lang="en-US" sz="2400"/>
              <a:t>thread affinity (</a:t>
            </a:r>
            <a:r>
              <a:rPr lang="en-US" sz="2400" err="1"/>
              <a:t>привязка</a:t>
            </a:r>
            <a:r>
              <a:rPr lang="en-US" sz="2400"/>
              <a:t> к </a:t>
            </a:r>
            <a:r>
              <a:rPr lang="en-US" sz="2400" err="1"/>
              <a:t>потоку</a:t>
            </a:r>
            <a:r>
              <a:rPr lang="en-US" sz="2400"/>
              <a:t>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C9DAB-4E40-1B46-BD39-1ED2C3B96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15135"/>
            <a:ext cx="317023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err="1"/>
              <a:t>На</a:t>
            </a:r>
            <a:r>
              <a:rPr lang="en-US" sz="2400"/>
              <a:t> </a:t>
            </a:r>
            <a:r>
              <a:rPr lang="en-US" sz="2400" err="1"/>
              <a:t>примере</a:t>
            </a:r>
            <a:r>
              <a:rPr lang="en-US" sz="2400"/>
              <a:t> ОС 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sz="2400" err="1"/>
              <a:t>семейства</a:t>
            </a:r>
            <a:r>
              <a:rPr lang="en-US" sz="2400"/>
              <a:t> Windows 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CFCC6-8B8E-7439-C8C7-A00BDDD031EA}"/>
              </a:ext>
            </a:extLst>
          </p:cNvPr>
          <p:cNvSpPr txBox="1"/>
          <p:nvPr/>
        </p:nvSpPr>
        <p:spPr>
          <a:xfrm>
            <a:off x="5690552" y="1423487"/>
            <a:ext cx="2319618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err="1"/>
              <a:t>Темы</a:t>
            </a:r>
            <a:r>
              <a:rPr lang="en-US" sz="4000"/>
              <a:t> </a:t>
            </a:r>
          </a:p>
          <a:p>
            <a:pPr algn="ctr"/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C2853-B55B-3DB9-00ED-87387BA6826B}"/>
              </a:ext>
            </a:extLst>
          </p:cNvPr>
          <p:cNvSpPr txBox="1"/>
          <p:nvPr/>
        </p:nvSpPr>
        <p:spPr>
          <a:xfrm>
            <a:off x="840441" y="6006353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Бердиева</a:t>
            </a:r>
            <a:r>
              <a:rPr lang="en-US" sz="2400"/>
              <a:t> </a:t>
            </a:r>
            <a:r>
              <a:rPr lang="en-US" sz="2400" err="1"/>
              <a:t>Арина</a:t>
            </a:r>
            <a:r>
              <a:rPr lang="en-US" sz="2400"/>
              <a:t> Б-11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5DDBE-8E9C-AB56-A247-88A8EBD5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10D0-F4EC-6FC0-5FB9-5D0E4A48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Поток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CC4E-81F3-9A65-7D7F-15BE7159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В </a:t>
            </a:r>
            <a:r>
              <a:rPr lang="en-US" err="1">
                <a:ea typeface="+mn-lt"/>
                <a:cs typeface="+mn-lt"/>
              </a:rPr>
              <a:t>традиционных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операционных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системах</a:t>
            </a:r>
            <a:r>
              <a:rPr lang="en-US">
                <a:ea typeface="+mn-lt"/>
                <a:cs typeface="+mn-lt"/>
              </a:rPr>
              <a:t> у </a:t>
            </a:r>
            <a:r>
              <a:rPr lang="en-US" err="1">
                <a:ea typeface="+mn-lt"/>
                <a:cs typeface="+mn-lt"/>
              </a:rPr>
              <a:t>каждого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есть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пространство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единственный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управления</a:t>
            </a:r>
          </a:p>
          <a:p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менее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нередко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возникают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ситуации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когда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неплохо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было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иметь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одном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том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несколько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управления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выполняемых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квазипараллельно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E2223-3A62-2FA3-B3B9-4FCD48F6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1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Многопоточность | Состояния потоков | Java программирование">
            <a:extLst>
              <a:ext uri="{FF2B5EF4-FFF2-40B4-BE49-F238E27FC236}">
                <a16:creationId xmlns:a16="http://schemas.microsoft.com/office/drawing/2014/main" id="{C621D0E9-9DA1-ED60-DB60-93960D415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237" y="3615719"/>
            <a:ext cx="6705815" cy="3106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25CF-3DD1-87FF-CB15-B770C658DAA6}"/>
              </a:ext>
            </a:extLst>
          </p:cNvPr>
          <p:cNvSpPr txBox="1"/>
          <p:nvPr/>
        </p:nvSpPr>
        <p:spPr>
          <a:xfrm>
            <a:off x="614516" y="430161"/>
            <a:ext cx="1138083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 baseline="0" dirty="0" err="1">
                <a:latin typeface="Aptos"/>
                <a:ea typeface="Arial"/>
                <a:cs typeface="Arial"/>
              </a:rPr>
              <a:t>Подобно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традиционному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процессу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поток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должен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быть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dirty="0">
                <a:latin typeface="Aptos"/>
                <a:ea typeface="Arial"/>
                <a:cs typeface="Arial"/>
              </a:rPr>
              <a:t>в </a:t>
            </a:r>
            <a:r>
              <a:rPr lang="en-US" sz="2400" dirty="0" err="1">
                <a:latin typeface="Aptos"/>
                <a:ea typeface="Arial"/>
                <a:cs typeface="Arial"/>
              </a:rPr>
              <a:t>одном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из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следующих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состояний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: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создание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, </a:t>
            </a:r>
            <a:r>
              <a:rPr lang="en-US" sz="2400" dirty="0" err="1">
                <a:latin typeface="Aptos"/>
                <a:ea typeface="Arial"/>
                <a:cs typeface="Arial"/>
              </a:rPr>
              <a:t>готовность</a:t>
            </a:r>
            <a:r>
              <a:rPr lang="en-US" sz="2400" dirty="0">
                <a:latin typeface="Aptos"/>
                <a:ea typeface="Arial"/>
                <a:cs typeface="Arial"/>
              </a:rPr>
              <a:t>, </a:t>
            </a:r>
            <a:r>
              <a:rPr lang="en-US" sz="2400" dirty="0" err="1">
                <a:latin typeface="Aptos"/>
                <a:ea typeface="Arial"/>
                <a:cs typeface="Arial"/>
              </a:rPr>
              <a:t>выполнение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,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ожидание</a:t>
            </a:r>
            <a:r>
              <a:rPr lang="en-US" sz="2400" dirty="0">
                <a:latin typeface="Aptos"/>
                <a:ea typeface="Arial"/>
                <a:cs typeface="Arial"/>
              </a:rPr>
              <a:t> 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(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блокировка</a:t>
            </a:r>
            <a:r>
              <a:rPr lang="en-US" sz="2400" dirty="0">
                <a:latin typeface="Aptos"/>
                <a:ea typeface="Arial"/>
                <a:cs typeface="Arial"/>
              </a:rPr>
              <a:t>)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или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 </a:t>
            </a:r>
            <a:r>
              <a:rPr lang="en-US" sz="2400" baseline="0" dirty="0" err="1">
                <a:latin typeface="Aptos"/>
                <a:ea typeface="Arial"/>
                <a:cs typeface="Arial"/>
              </a:rPr>
              <a:t>завершение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.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400" dirty="0" err="1">
                <a:cs typeface="Arial"/>
              </a:rPr>
              <a:t>Средства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создания</a:t>
            </a:r>
            <a:r>
              <a:rPr lang="en-US" sz="2400" dirty="0">
                <a:cs typeface="Arial"/>
              </a:rPr>
              <a:t> и </a:t>
            </a:r>
            <a:r>
              <a:rPr lang="en-US" sz="2400" dirty="0" err="1">
                <a:cs typeface="Arial"/>
              </a:rPr>
              <a:t>завершения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потоков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являются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основой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для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создания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многотопоточных</a:t>
            </a:r>
            <a:r>
              <a:rPr lang="en-US" sz="2400" dirty="0">
                <a:cs typeface="Arial"/>
              </a:rPr>
              <a:t> </a:t>
            </a:r>
            <a:r>
              <a:rPr lang="en-US" sz="2400" dirty="0" err="1">
                <a:cs typeface="Arial"/>
              </a:rPr>
              <a:t>программ</a:t>
            </a:r>
            <a:r>
              <a:rPr lang="en-US" sz="2400" dirty="0">
                <a:cs typeface="Arial"/>
              </a:rPr>
              <a:t>.</a:t>
            </a:r>
          </a:p>
          <a:p>
            <a:pPr marL="457200" indent="-45720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400" dirty="0" err="1">
                <a:cs typeface="Arial"/>
              </a:rPr>
              <a:t>Возможные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переходы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между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состояниями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потока</a:t>
            </a:r>
            <a:r>
              <a:rPr lang="en-US" sz="2400" dirty="0">
                <a:cs typeface="Arial"/>
              </a:rPr>
              <a:t>:</a:t>
            </a:r>
          </a:p>
          <a:p>
            <a:pPr algn="ctr"/>
            <a:endParaRPr lang="en-US" sz="2400"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E84D57-CB69-FC4E-1D9F-5345DD90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8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2E31-92DE-804B-1C8C-E8863F68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Создание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DF84-B7AD-28DA-28C4-11CA9EDF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 err="1">
                <a:latin typeface="Aptos"/>
                <a:cs typeface="Arial"/>
              </a:rPr>
              <a:t>Процедура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имеет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свои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особенности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связанные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прежде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всего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тем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что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создают</a:t>
            </a:r>
            <a:r>
              <a:rPr lang="en-US" sz="2400">
                <a:latin typeface="Aptos"/>
                <a:cs typeface="Arial"/>
              </a:rPr>
              <a:t> в </a:t>
            </a:r>
            <a:r>
              <a:rPr lang="en-US" sz="2400" err="1">
                <a:latin typeface="Aptos"/>
                <a:cs typeface="Arial"/>
              </a:rPr>
              <a:t>рамках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уже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существующего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адресного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пространства</a:t>
            </a:r>
            <a:r>
              <a:rPr lang="en-US" sz="2400">
                <a:latin typeface="Aptos"/>
                <a:cs typeface="Arial"/>
              </a:rPr>
              <a:t> </a:t>
            </a:r>
            <a:endParaRPr lang="en-US" sz="2400">
              <a:cs typeface="Arial"/>
            </a:endParaRPr>
          </a:p>
          <a:p>
            <a:pPr marL="342900" indent="-342900"/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создается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помощью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тогда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после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распределения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адресного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пространства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автоматически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внутри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этого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процесса</a:t>
            </a:r>
            <a:r>
              <a:rPr lang="en-US" sz="2400">
                <a:latin typeface="Aptos"/>
                <a:cs typeface="Arial"/>
              </a:rPr>
              <a:t>. </a:t>
            </a:r>
            <a:r>
              <a:rPr lang="en-US" sz="2400" err="1">
                <a:latin typeface="Aptos"/>
                <a:cs typeface="Arial"/>
              </a:rPr>
              <a:t>Можно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создавать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кода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пользователя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помощью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соответствующего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вызова</a:t>
            </a:r>
            <a:r>
              <a:rPr lang="en-US" sz="2400">
                <a:latin typeface="Aptos"/>
                <a:cs typeface="Arial"/>
              </a:rPr>
              <a:t>.</a:t>
            </a:r>
          </a:p>
          <a:p>
            <a:pPr marL="342900" indent="-342900"/>
            <a:r>
              <a:rPr lang="en-US" sz="2400">
                <a:latin typeface="Aptos"/>
                <a:cs typeface="Arial"/>
              </a:rPr>
              <a:t>В Windows </a:t>
            </a:r>
            <a:r>
              <a:rPr lang="en-US" sz="2400" err="1">
                <a:latin typeface="Aptos"/>
                <a:cs typeface="Arial"/>
              </a:rPr>
              <a:t>есть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специальные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потоки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которые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принадлежат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ядру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выполняют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его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код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 err="1">
              <a:ea typeface="+mn-lt"/>
              <a:cs typeface="Arial"/>
            </a:endParaRPr>
          </a:p>
          <a:p>
            <a:pPr marL="342900" indent="-342900"/>
            <a:endParaRPr lang="en-US" sz="2400">
              <a:latin typeface="Aptos"/>
              <a:cs typeface="Arial"/>
            </a:endParaRPr>
          </a:p>
          <a:p>
            <a:pPr marL="342900" indent="-342900"/>
            <a:endParaRPr lang="en-US" sz="2400"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4018-5BAE-2E1B-823D-0E5274A2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71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153D-7972-DF6C-802B-A0F833849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22" y="798824"/>
            <a:ext cx="11251901" cy="5552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/>
              <a:t>Во</a:t>
            </a:r>
            <a:r>
              <a:rPr lang="en-US" sz="2400"/>
              <a:t> </a:t>
            </a:r>
            <a:r>
              <a:rPr lang="en-US" sz="2400" err="1"/>
              <a:t>время</a:t>
            </a:r>
            <a:r>
              <a:rPr lang="en-US" sz="2400"/>
              <a:t> </a:t>
            </a:r>
            <a:r>
              <a:rPr lang="en-US" sz="2400" err="1"/>
              <a:t>создания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r>
              <a:rPr lang="en-US" sz="2400"/>
              <a:t> </a:t>
            </a:r>
            <a:r>
              <a:rPr lang="en-US" sz="2400" err="1"/>
              <a:t>система</a:t>
            </a:r>
            <a:r>
              <a:rPr lang="en-US" sz="2400"/>
              <a:t> </a:t>
            </a:r>
            <a:r>
              <a:rPr lang="en-US" sz="2400" err="1"/>
              <a:t>должна</a:t>
            </a:r>
            <a:r>
              <a:rPr lang="en-US" sz="2400"/>
              <a:t> </a:t>
            </a:r>
            <a:r>
              <a:rPr lang="en-US" sz="2400" err="1"/>
              <a:t>произвести</a:t>
            </a:r>
            <a:r>
              <a:rPr lang="en-US" sz="2400"/>
              <a:t> </a:t>
            </a:r>
            <a:r>
              <a:rPr lang="en-US" sz="2400" err="1"/>
              <a:t>следующие</a:t>
            </a:r>
            <a:r>
              <a:rPr lang="en-US" sz="2400"/>
              <a:t> </a:t>
            </a:r>
            <a:r>
              <a:rPr lang="en-US" sz="2400" err="1"/>
              <a:t>действия</a:t>
            </a:r>
            <a:r>
              <a:rPr lang="en-US" sz="2400"/>
              <a:t>:</a:t>
            </a:r>
          </a:p>
          <a:p>
            <a:r>
              <a:rPr lang="en-US" sz="2400" err="1"/>
              <a:t>Создать</a:t>
            </a:r>
            <a:r>
              <a:rPr lang="en-US" sz="2400"/>
              <a:t> </a:t>
            </a:r>
            <a:r>
              <a:rPr lang="en-US" sz="2400" err="1"/>
              <a:t>структуры</a:t>
            </a:r>
            <a:r>
              <a:rPr lang="en-US" sz="2400"/>
              <a:t> </a:t>
            </a:r>
            <a:r>
              <a:rPr lang="en-US" sz="2400" err="1"/>
              <a:t>данных</a:t>
            </a:r>
            <a:r>
              <a:rPr lang="en-US" sz="2400"/>
              <a:t>, </a:t>
            </a:r>
            <a:r>
              <a:rPr lang="en-US" sz="2400" err="1"/>
              <a:t>которые</a:t>
            </a:r>
            <a:r>
              <a:rPr lang="en-US" sz="2400"/>
              <a:t> </a:t>
            </a:r>
            <a:r>
              <a:rPr lang="en-US" sz="2400" err="1"/>
              <a:t>отображают</a:t>
            </a:r>
            <a:r>
              <a:rPr lang="en-US" sz="2400"/>
              <a:t> </a:t>
            </a:r>
            <a:r>
              <a:rPr lang="en-US" sz="2400" err="1"/>
              <a:t>поток</a:t>
            </a:r>
            <a:r>
              <a:rPr lang="en-US" sz="2400"/>
              <a:t> в ОС.</a:t>
            </a:r>
          </a:p>
          <a:p>
            <a:r>
              <a:rPr lang="en-US" sz="2400" err="1"/>
              <a:t>Выделить</a:t>
            </a:r>
            <a:r>
              <a:rPr lang="en-US" sz="2400"/>
              <a:t> </a:t>
            </a:r>
            <a:r>
              <a:rPr lang="en-US" sz="2400" err="1"/>
              <a:t>память</a:t>
            </a:r>
            <a:r>
              <a:rPr lang="en-US" sz="2400"/>
              <a:t> </a:t>
            </a:r>
            <a:r>
              <a:rPr lang="en-US" sz="2400" err="1"/>
              <a:t>под</a:t>
            </a:r>
            <a:r>
              <a:rPr lang="en-US" sz="2400"/>
              <a:t> </a:t>
            </a:r>
            <a:r>
              <a:rPr lang="en-US" sz="2400" err="1"/>
              <a:t>стек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r>
              <a:rPr lang="en-US" sz="2400"/>
              <a:t>.</a:t>
            </a:r>
          </a:p>
          <a:p>
            <a:r>
              <a:rPr lang="en-US" sz="2400" err="1"/>
              <a:t>Установить</a:t>
            </a:r>
            <a:r>
              <a:rPr lang="en-US" sz="2400"/>
              <a:t> </a:t>
            </a:r>
            <a:r>
              <a:rPr lang="en-US" sz="2400" err="1"/>
              <a:t>счетчик</a:t>
            </a:r>
            <a:r>
              <a:rPr lang="en-US" sz="2400"/>
              <a:t> </a:t>
            </a:r>
            <a:r>
              <a:rPr lang="en-US" sz="2400" err="1"/>
              <a:t>команд</a:t>
            </a:r>
            <a:r>
              <a:rPr lang="en-US" sz="2400"/>
              <a:t> </a:t>
            </a:r>
            <a:r>
              <a:rPr lang="en-US" sz="2400" err="1"/>
              <a:t>процессора</a:t>
            </a:r>
            <a:r>
              <a:rPr lang="en-US" sz="2400"/>
              <a:t> </a:t>
            </a:r>
            <a:r>
              <a:rPr lang="en-US" sz="2400" err="1"/>
              <a:t>на</a:t>
            </a:r>
            <a:r>
              <a:rPr lang="en-US" sz="2400"/>
              <a:t> </a:t>
            </a:r>
            <a:r>
              <a:rPr lang="en-US" sz="2400" err="1"/>
              <a:t>начало</a:t>
            </a:r>
            <a:r>
              <a:rPr lang="en-US" sz="2400"/>
              <a:t> </a:t>
            </a:r>
            <a:r>
              <a:rPr lang="en-US" sz="2400" err="1"/>
              <a:t>кода</a:t>
            </a:r>
            <a:r>
              <a:rPr lang="en-US" sz="2400"/>
              <a:t>, </a:t>
            </a:r>
            <a:r>
              <a:rPr lang="en-US" sz="2400" err="1"/>
              <a:t>который</a:t>
            </a:r>
            <a:r>
              <a:rPr lang="en-US" sz="2400"/>
              <a:t> </a:t>
            </a:r>
            <a:r>
              <a:rPr lang="en-US" sz="2400" err="1"/>
              <a:t>будет</a:t>
            </a:r>
            <a:r>
              <a:rPr lang="en-US" sz="2400"/>
              <a:t> </a:t>
            </a:r>
            <a:r>
              <a:rPr lang="en-US" sz="2400" err="1"/>
              <a:t>выполняться</a:t>
            </a:r>
            <a:r>
              <a:rPr lang="en-US" sz="2400"/>
              <a:t> в </a:t>
            </a:r>
            <a:r>
              <a:rPr lang="en-US" sz="2400" err="1"/>
              <a:t>потоке</a:t>
            </a:r>
            <a:r>
              <a:rPr lang="en-US" sz="2400"/>
              <a:t>; </a:t>
            </a:r>
            <a:r>
              <a:rPr lang="en-US" sz="2400" err="1"/>
              <a:t>этот</a:t>
            </a:r>
            <a:r>
              <a:rPr lang="en-US" sz="2400"/>
              <a:t> </a:t>
            </a:r>
            <a:r>
              <a:rPr lang="en-US" sz="2400" err="1"/>
              <a:t>код</a:t>
            </a:r>
            <a:r>
              <a:rPr lang="en-US" sz="2400"/>
              <a:t> </a:t>
            </a:r>
            <a:r>
              <a:rPr lang="en-US" sz="2400" err="1"/>
              <a:t>называют</a:t>
            </a:r>
            <a:r>
              <a:rPr lang="en-US" sz="2400"/>
              <a:t> </a:t>
            </a:r>
            <a:r>
              <a:rPr lang="en-US" sz="2400" err="1"/>
              <a:t>процедурой</a:t>
            </a:r>
            <a:r>
              <a:rPr lang="en-US" sz="2400"/>
              <a:t> </a:t>
            </a:r>
            <a:r>
              <a:rPr lang="en-US" sz="2400" err="1"/>
              <a:t>или</a:t>
            </a:r>
            <a:r>
              <a:rPr lang="en-US" sz="2400"/>
              <a:t> </a:t>
            </a:r>
            <a:r>
              <a:rPr lang="en-US" sz="2400" err="1"/>
              <a:t>функцией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r>
              <a:rPr lang="en-US" sz="2400"/>
              <a:t>, </a:t>
            </a:r>
            <a:r>
              <a:rPr lang="en-US" sz="2400" err="1"/>
              <a:t>указатель</a:t>
            </a:r>
            <a:r>
              <a:rPr lang="en-US" sz="2400"/>
              <a:t> </a:t>
            </a:r>
            <a:r>
              <a:rPr lang="en-US" sz="2400" err="1"/>
              <a:t>на</a:t>
            </a:r>
            <a:r>
              <a:rPr lang="en-US" sz="2400"/>
              <a:t> </a:t>
            </a:r>
            <a:r>
              <a:rPr lang="en-US" sz="2400" err="1"/>
              <a:t>такую</a:t>
            </a:r>
            <a:r>
              <a:rPr lang="en-US" sz="2400"/>
              <a:t> </a:t>
            </a:r>
            <a:r>
              <a:rPr lang="en-US" sz="2400" err="1"/>
              <a:t>процедуру</a:t>
            </a:r>
            <a:r>
              <a:rPr lang="en-US" sz="2400"/>
              <a:t> </a:t>
            </a:r>
            <a:r>
              <a:rPr lang="en-US" sz="2400" err="1"/>
              <a:t>передают</a:t>
            </a:r>
            <a:r>
              <a:rPr lang="en-US" sz="2400"/>
              <a:t> в </a:t>
            </a:r>
            <a:r>
              <a:rPr lang="en-US" sz="2400" err="1"/>
              <a:t>системный</a:t>
            </a:r>
            <a:r>
              <a:rPr lang="en-US" sz="2400"/>
              <a:t> </a:t>
            </a:r>
            <a:r>
              <a:rPr lang="en-US" sz="2400" err="1"/>
              <a:t>вызов</a:t>
            </a:r>
            <a:r>
              <a:rPr lang="en-US" sz="2400"/>
              <a:t> </a:t>
            </a:r>
            <a:r>
              <a:rPr lang="en-US" sz="2400" err="1"/>
              <a:t>создания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r>
              <a:rPr lang="en-US" sz="2400"/>
              <a:t>.</a:t>
            </a:r>
          </a:p>
          <a:p>
            <a:pPr algn="just"/>
            <a:endParaRPr lang="en-US" sz="2400">
              <a:latin typeface="Aptos"/>
              <a:cs typeface="Arial"/>
            </a:endParaRPr>
          </a:p>
          <a:p>
            <a:pPr algn="just"/>
            <a:r>
              <a:rPr lang="en-US" sz="2400" err="1">
                <a:latin typeface="Aptos"/>
                <a:cs typeface="Arial"/>
              </a:rPr>
              <a:t>Следует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отметить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что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время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, в </a:t>
            </a:r>
            <a:r>
              <a:rPr lang="en-US" sz="2400" err="1">
                <a:latin typeface="Aptos"/>
                <a:cs typeface="Arial"/>
              </a:rPr>
              <a:t>отличие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процессов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нет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необходимости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выделять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новую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память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под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адресное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пространство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поэтому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создаются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быстрее</a:t>
            </a:r>
            <a:r>
              <a:rPr lang="en-US" sz="2400">
                <a:latin typeface="Aptos"/>
                <a:cs typeface="Arial"/>
              </a:rPr>
              <a:t> и с </a:t>
            </a:r>
            <a:r>
              <a:rPr lang="en-US" sz="2400" err="1">
                <a:latin typeface="Aptos"/>
                <a:cs typeface="Arial"/>
              </a:rPr>
              <a:t>меньшими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затратами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ресурсов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 sz="240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AED37-C092-B444-BF53-7FDBA8BA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3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FA86-BB8C-6161-42CA-198A19ED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FC53-00D4-394C-198B-A17FA503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398"/>
            <a:ext cx="10515600" cy="1325563"/>
          </a:xfrm>
        </p:spPr>
        <p:txBody>
          <a:bodyPr/>
          <a:lstStyle/>
          <a:p>
            <a:r>
              <a:rPr lang="en-US" err="1"/>
              <a:t>Информация</a:t>
            </a:r>
            <a:r>
              <a:rPr lang="en-US"/>
              <a:t> о </a:t>
            </a:r>
            <a:r>
              <a:rPr lang="en-US" err="1"/>
              <a:t>потоке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6404-DA41-0850-0ED5-40C5D66D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277"/>
            <a:ext cx="5735781" cy="43859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>
                <a:ea typeface="+mn-lt"/>
                <a:cs typeface="+mn-lt"/>
              </a:rPr>
              <a:t>Модель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основана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двух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независимых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понятиях</a:t>
            </a:r>
            <a:r>
              <a:rPr lang="en-US" sz="2400">
                <a:ea typeface="+mn-lt"/>
                <a:cs typeface="+mn-lt"/>
              </a:rPr>
              <a:t>: </a:t>
            </a:r>
            <a:r>
              <a:rPr lang="en-US" sz="2400" err="1">
                <a:ea typeface="+mn-lt"/>
                <a:cs typeface="+mn-lt"/>
              </a:rPr>
              <a:t>группировке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ресурсов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выполнении</a:t>
            </a:r>
            <a:r>
              <a:rPr lang="en-US" sz="2400">
                <a:ea typeface="+mn-lt"/>
                <a:cs typeface="+mn-lt"/>
              </a:rPr>
              <a:t> (</a:t>
            </a:r>
            <a:r>
              <a:rPr lang="en-US" sz="2400" err="1">
                <a:ea typeface="+mn-lt"/>
                <a:cs typeface="+mn-lt"/>
              </a:rPr>
              <a:t>потоки</a:t>
            </a:r>
            <a:r>
              <a:rPr lang="en-US" sz="2400">
                <a:ea typeface="+mn-lt"/>
                <a:cs typeface="+mn-lt"/>
              </a:rPr>
              <a:t>). </a:t>
            </a:r>
            <a:endParaRPr lang="en-US"/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У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есть</a:t>
            </a:r>
            <a:r>
              <a:rPr lang="en-US" sz="2400">
                <a:ea typeface="+mn-lt"/>
                <a:cs typeface="+mn-lt"/>
              </a:rPr>
              <a:t>:</a:t>
            </a:r>
          </a:p>
          <a:p>
            <a:r>
              <a:rPr lang="en-US" sz="2400" err="1">
                <a:ea typeface="+mn-lt"/>
                <a:cs typeface="+mn-lt"/>
              </a:rPr>
              <a:t>счетчик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команд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отслеживающий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какую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инструкцию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нужно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выполнять</a:t>
            </a:r>
            <a:r>
              <a:rPr lang="en-US" sz="2400">
                <a:ea typeface="+mn-lt"/>
                <a:cs typeface="+mn-lt"/>
              </a:rPr>
              <a:t>;</a:t>
            </a:r>
          </a:p>
          <a:p>
            <a:r>
              <a:rPr lang="en-US" sz="2400" err="1">
                <a:ea typeface="+mn-lt"/>
                <a:cs typeface="+mn-lt"/>
              </a:rPr>
              <a:t>регистры</a:t>
            </a:r>
            <a:r>
              <a:rPr lang="en-US" sz="2400">
                <a:ea typeface="+mn-lt"/>
                <a:cs typeface="+mn-lt"/>
              </a:rPr>
              <a:t>, в </a:t>
            </a:r>
            <a:r>
              <a:rPr lang="en-US" sz="2400" err="1">
                <a:ea typeface="+mn-lt"/>
                <a:cs typeface="+mn-lt"/>
              </a:rPr>
              <a:t>которых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содержатся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текущие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рабочие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переменные</a:t>
            </a:r>
            <a:r>
              <a:rPr lang="en-US" sz="2400">
                <a:ea typeface="+mn-lt"/>
                <a:cs typeface="+mn-lt"/>
              </a:rPr>
              <a:t>;</a:t>
            </a:r>
          </a:p>
          <a:p>
            <a:r>
              <a:rPr lang="en-US" sz="2400" err="1">
                <a:ea typeface="+mn-lt"/>
                <a:cs typeface="+mn-lt"/>
              </a:rPr>
              <a:t>стек</a:t>
            </a:r>
            <a:r>
              <a:rPr lang="en-US" sz="2400">
                <a:ea typeface="+mn-lt"/>
                <a:cs typeface="+mn-lt"/>
              </a:rPr>
              <a:t> с </a:t>
            </a:r>
            <a:r>
              <a:rPr lang="en-US" sz="2400" err="1">
                <a:ea typeface="+mn-lt"/>
                <a:cs typeface="+mn-lt"/>
              </a:rPr>
              <a:t>протоколом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выполнения</a:t>
            </a:r>
            <a:endParaRPr lang="en-US" sz="2400">
              <a:ea typeface="+mn-lt"/>
              <a:cs typeface="+mn-lt"/>
            </a:endParaRPr>
          </a:p>
          <a:p>
            <a:endParaRPr lang="en-US" sz="240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87DAD-F592-D6A1-3337-38D59F89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  <p:pic>
        <p:nvPicPr>
          <p:cNvPr id="5" name="Picture 4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023F06EA-7A8C-3001-2C79-E68DF8E2B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84" r="50844" b="309"/>
          <a:stretch>
            <a:fillRect/>
          </a:stretch>
        </p:blipFill>
        <p:spPr>
          <a:xfrm>
            <a:off x="7000963" y="541924"/>
            <a:ext cx="4575641" cy="2944281"/>
          </a:xfrm>
          <a:prstGeom prst="rect">
            <a:avLst/>
          </a:prstGeom>
        </p:spPr>
      </p:pic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E578FB9E-3068-660C-7FEC-4012C9B7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47" t="11551" r="6818" b="24092"/>
          <a:stretch>
            <a:fillRect/>
          </a:stretch>
        </p:blipFill>
        <p:spPr>
          <a:xfrm>
            <a:off x="7098270" y="3693089"/>
            <a:ext cx="4375883" cy="234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9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DA6B6-2ECF-82A6-8833-EB6D36238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71" y="499390"/>
            <a:ext cx="10571833" cy="17092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/>
              <a:t>Поток</a:t>
            </a:r>
            <a:r>
              <a:rPr lang="en-US" sz="2400"/>
              <a:t> и </a:t>
            </a:r>
            <a:r>
              <a:rPr lang="en-US" sz="2400" err="1"/>
              <a:t>процесс</a:t>
            </a:r>
            <a:r>
              <a:rPr lang="en-US" sz="2400"/>
              <a:t> </a:t>
            </a:r>
            <a:r>
              <a:rPr lang="en-US" sz="2400" err="1"/>
              <a:t>рассматриваются</a:t>
            </a:r>
            <a:r>
              <a:rPr lang="en-US" sz="2400"/>
              <a:t> </a:t>
            </a:r>
            <a:r>
              <a:rPr lang="en-US" sz="2400" err="1"/>
              <a:t>по</a:t>
            </a:r>
            <a:r>
              <a:rPr lang="en-US" sz="2400"/>
              <a:t> </a:t>
            </a:r>
            <a:r>
              <a:rPr lang="en-US" sz="2400" err="1"/>
              <a:t>отдельности</a:t>
            </a:r>
            <a:r>
              <a:rPr lang="en-US" sz="2400"/>
              <a:t>.</a:t>
            </a:r>
          </a:p>
          <a:p>
            <a:r>
              <a:rPr lang="en-US" sz="2400" err="1"/>
              <a:t>Процессы</a:t>
            </a:r>
            <a:r>
              <a:rPr lang="en-US" sz="2400"/>
              <a:t> </a:t>
            </a:r>
            <a:r>
              <a:rPr lang="en-US" sz="2400" err="1"/>
              <a:t>используются</a:t>
            </a:r>
            <a:r>
              <a:rPr lang="en-US" sz="2400"/>
              <a:t> </a:t>
            </a:r>
            <a:r>
              <a:rPr lang="en-US" sz="2400" err="1"/>
              <a:t>для</a:t>
            </a:r>
            <a:r>
              <a:rPr lang="en-US" sz="2400"/>
              <a:t> </a:t>
            </a:r>
            <a:r>
              <a:rPr lang="en-US" sz="2400" err="1"/>
              <a:t>группировки</a:t>
            </a:r>
            <a:r>
              <a:rPr lang="en-US" sz="2400"/>
              <a:t> </a:t>
            </a:r>
            <a:r>
              <a:rPr lang="en-US" sz="2400" err="1"/>
              <a:t>ресурсов</a:t>
            </a:r>
            <a:r>
              <a:rPr lang="en-US" sz="2400"/>
              <a:t> в </a:t>
            </a:r>
            <a:r>
              <a:rPr lang="en-US" sz="2400" err="1"/>
              <a:t>единое</a:t>
            </a:r>
            <a:r>
              <a:rPr lang="en-US" sz="2400"/>
              <a:t> </a:t>
            </a:r>
            <a:r>
              <a:rPr lang="en-US" sz="2400" err="1"/>
              <a:t>образование</a:t>
            </a:r>
            <a:r>
              <a:rPr lang="en-US" sz="2400"/>
              <a:t>, а </a:t>
            </a:r>
            <a:r>
              <a:rPr lang="en-US" sz="2400" err="1"/>
              <a:t>потоки</a:t>
            </a:r>
            <a:r>
              <a:rPr lang="en-US" sz="2400"/>
              <a:t> </a:t>
            </a:r>
            <a:r>
              <a:rPr lang="en-US" sz="2400" err="1"/>
              <a:t>распределяют</a:t>
            </a:r>
            <a:r>
              <a:rPr lang="en-US" sz="2400"/>
              <a:t> </a:t>
            </a:r>
            <a:r>
              <a:rPr lang="en-US" sz="2400" err="1"/>
              <a:t>выполнение</a:t>
            </a:r>
            <a:r>
              <a:rPr lang="en-US" sz="2400"/>
              <a:t> </a:t>
            </a:r>
            <a:r>
              <a:rPr lang="en-US" sz="2400" err="1"/>
              <a:t>процесса</a:t>
            </a:r>
            <a:r>
              <a:rPr lang="en-US" sz="2400"/>
              <a:t> </a:t>
            </a:r>
            <a:r>
              <a:rPr lang="en-US" sz="2400" err="1"/>
              <a:t>на</a:t>
            </a:r>
            <a:r>
              <a:rPr lang="en-US" sz="2400"/>
              <a:t> </a:t>
            </a:r>
            <a:r>
              <a:rPr lang="en-US" sz="2400" err="1"/>
              <a:t>центральном</a:t>
            </a:r>
            <a:r>
              <a:rPr lang="en-US" sz="2400"/>
              <a:t> </a:t>
            </a:r>
            <a:r>
              <a:rPr lang="en-US" sz="2400" err="1"/>
              <a:t>процессоре</a:t>
            </a:r>
            <a:r>
              <a:rPr lang="en-US" sz="2400"/>
              <a:t>.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37A2DBBE-7E15-6135-BF69-EB1C46B0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289" y="2741385"/>
            <a:ext cx="4556330" cy="3334980"/>
          </a:xfrm>
          <a:prstGeom prst="rect">
            <a:avLst/>
          </a:prstGeom>
        </p:spPr>
      </p:pic>
      <p:pic>
        <p:nvPicPr>
          <p:cNvPr id="9" name="Picture 8" descr="A diagram of a circle with arrows and a circle with a circle in the center&#10;&#10;AI-generated content may be incorrect.">
            <a:extLst>
              <a:ext uri="{FF2B5EF4-FFF2-40B4-BE49-F238E27FC236}">
                <a16:creationId xmlns:a16="http://schemas.microsoft.com/office/drawing/2014/main" id="{2C251BCF-1FD3-AD07-37B6-47C52C663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514" y="2851141"/>
            <a:ext cx="2868562" cy="311621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CC7243-47C5-2A70-3B47-288B3BBB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FC3C-018A-500D-1C3D-EED9C94A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35" y="608884"/>
            <a:ext cx="5746955" cy="6428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/>
              <a:t>При</a:t>
            </a:r>
            <a:r>
              <a:rPr lang="en-US" sz="2500"/>
              <a:t> </a:t>
            </a:r>
            <a:r>
              <a:rPr lang="en-US" sz="2500" err="1"/>
              <a:t>этом</a:t>
            </a:r>
            <a:r>
              <a:rPr lang="en-US" sz="2500"/>
              <a:t> у </a:t>
            </a:r>
            <a:r>
              <a:rPr lang="en-US" sz="2500" err="1"/>
              <a:t>каждого</a:t>
            </a:r>
            <a:r>
              <a:rPr lang="en-US" sz="2500"/>
              <a:t> </a:t>
            </a:r>
            <a:r>
              <a:rPr lang="en-US" sz="2500" err="1"/>
              <a:t>потока</a:t>
            </a:r>
            <a:r>
              <a:rPr lang="en-US" sz="2500"/>
              <a:t> </a:t>
            </a:r>
            <a:r>
              <a:rPr lang="en-US" sz="2500" err="1"/>
              <a:t>есть</a:t>
            </a:r>
            <a:r>
              <a:rPr lang="en-US" sz="2500"/>
              <a:t> </a:t>
            </a:r>
            <a:r>
              <a:rPr lang="en-US" sz="2500" err="1"/>
              <a:t>свой</a:t>
            </a:r>
            <a:r>
              <a:rPr lang="en-US" sz="2500"/>
              <a:t> </a:t>
            </a:r>
            <a:r>
              <a:rPr lang="en-US" sz="2500" err="1"/>
              <a:t>собственный</a:t>
            </a:r>
            <a:r>
              <a:rPr lang="en-US" sz="2500"/>
              <a:t> </a:t>
            </a:r>
            <a:r>
              <a:rPr lang="en-US" sz="2500" err="1"/>
              <a:t>стек</a:t>
            </a:r>
            <a:r>
              <a:rPr lang="en-US" sz="2500"/>
              <a:t>, т. к. </a:t>
            </a:r>
            <a:r>
              <a:rPr lang="en-US" sz="2500" err="1">
                <a:ea typeface="+mn-lt"/>
                <a:cs typeface="+mn-lt"/>
              </a:rPr>
              <a:t>каждый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будет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вызывать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различные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 и </a:t>
            </a:r>
            <a:r>
              <a:rPr lang="en-US" sz="2500" err="1">
                <a:ea typeface="+mn-lt"/>
                <a:cs typeface="+mn-lt"/>
              </a:rPr>
              <a:t>иметь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среду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выполнения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отличающуюся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среды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выполнения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других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потоков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 sz="2500"/>
          </a:p>
          <a:p>
            <a:r>
              <a:rPr lang="en-US" sz="2500" err="1">
                <a:ea typeface="+mn-lt"/>
                <a:cs typeface="+mn-lt"/>
              </a:rPr>
              <a:t>Стек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каждого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содержит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одному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фрейму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для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каждой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уже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вызванной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но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еще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не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возвратившей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. </a:t>
            </a:r>
            <a:endParaRPr lang="en-US" sz="2500"/>
          </a:p>
          <a:p>
            <a:r>
              <a:rPr lang="en-US" sz="2500" err="1">
                <a:ea typeface="+mn-lt"/>
                <a:cs typeface="+mn-lt"/>
              </a:rPr>
              <a:t>Такой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фрейм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содержит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локальные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переменные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 и </a:t>
            </a:r>
            <a:r>
              <a:rPr lang="en-US" sz="2500" err="1">
                <a:ea typeface="+mn-lt"/>
                <a:cs typeface="+mn-lt"/>
              </a:rPr>
              <a:t>адрес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возврата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завершении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вызова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 sz="2500"/>
          </a:p>
        </p:txBody>
      </p:sp>
      <p:pic>
        <p:nvPicPr>
          <p:cNvPr id="4" name="Picture 3" descr="A diagram of a circular object with arrows and text&#10;&#10;AI-generated content may be incorrect.">
            <a:extLst>
              <a:ext uri="{FF2B5EF4-FFF2-40B4-BE49-F238E27FC236}">
                <a16:creationId xmlns:a16="http://schemas.microsoft.com/office/drawing/2014/main" id="{302CE0F7-A24A-4709-A1EE-00EF44C4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69" y="1195388"/>
            <a:ext cx="5447993" cy="36560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AB232-EBC4-1140-2A6E-FDC41926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5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10B4-B042-C56F-06B9-15F47798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</a:t>
            </a:r>
            <a:r>
              <a:rPr lang="en-US"/>
              <a:t> </a:t>
            </a:r>
            <a:r>
              <a:rPr lang="en-US" err="1"/>
              <a:t>создания</a:t>
            </a:r>
            <a:r>
              <a:rPr lang="en-US"/>
              <a:t> </a:t>
            </a:r>
            <a:r>
              <a:rPr lang="en-US" err="1"/>
              <a:t>потоков</a:t>
            </a:r>
            <a:r>
              <a:rPr lang="en-US"/>
              <a:t> в Windows (Win32, C++)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C69B-1967-FF9F-2093-D607B49CD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F684C-F78C-3335-BE10-61AE5274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1062-A8B0-DF6F-D56D-929A7B2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Завершение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CA60-95A4-554C-4F56-7D0668C1D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latin typeface="Aptos"/>
                <a:cs typeface="Arial"/>
              </a:rPr>
              <a:t>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время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ресурсы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высвобождаются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прежде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всего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стек</a:t>
            </a:r>
            <a:r>
              <a:rPr lang="en-US" sz="2400">
                <a:latin typeface="Aptos"/>
                <a:cs typeface="Arial"/>
              </a:rPr>
              <a:t>); </a:t>
            </a:r>
            <a:r>
              <a:rPr lang="en-US" sz="2400" err="1">
                <a:latin typeface="Aptos"/>
                <a:cs typeface="Arial"/>
              </a:rPr>
              <a:t>эта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операция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обычно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выполняется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быстрее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чем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процесса</a:t>
            </a:r>
            <a:r>
              <a:rPr lang="en-US" sz="2400">
                <a:latin typeface="Aptos"/>
                <a:cs typeface="Arial"/>
              </a:rPr>
              <a:t>. </a:t>
            </a:r>
            <a:endParaRPr lang="en-US"/>
          </a:p>
          <a:p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может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когда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управление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дойдет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конца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процедуры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; </a:t>
            </a:r>
            <a:r>
              <a:rPr lang="en-US" sz="2400" err="1">
                <a:latin typeface="Aptos"/>
                <a:cs typeface="Arial"/>
              </a:rPr>
              <a:t>есть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также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специальные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вызовы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предназначенные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для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досрочного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прекращения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E1EB3-F82A-237D-9D02-6C753E76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8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B9A6-04E5-EDD7-1859-8660F26E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Ожидание</a:t>
            </a:r>
            <a:r>
              <a:rPr lang="en-US"/>
              <a:t> </a:t>
            </a:r>
            <a:r>
              <a:rPr lang="en-US" err="1"/>
              <a:t>завершения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93F8-D1DC-8F30-BF2C-D76077C28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latin typeface="Aptos"/>
                <a:cs typeface="Arial"/>
              </a:rPr>
              <a:t>Как</a:t>
            </a:r>
            <a:r>
              <a:rPr lang="en-US" sz="2400">
                <a:latin typeface="Aptos"/>
                <a:cs typeface="Arial"/>
              </a:rPr>
              <a:t> и </a:t>
            </a:r>
            <a:r>
              <a:rPr lang="en-US" sz="2400" err="1">
                <a:latin typeface="Aptos"/>
                <a:cs typeface="Arial"/>
              </a:rPr>
              <a:t>процессы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могут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выполняться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синхронно</a:t>
            </a:r>
            <a:r>
              <a:rPr lang="en-US" sz="2400">
                <a:latin typeface="Aptos"/>
                <a:cs typeface="Arial"/>
              </a:rPr>
              <a:t> и </a:t>
            </a:r>
            <a:r>
              <a:rPr lang="en-US" sz="2400" err="1">
                <a:latin typeface="Aptos"/>
                <a:cs typeface="Arial"/>
              </a:rPr>
              <a:t>асинхронно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создав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другой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может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приостановить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свое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 к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завершению</a:t>
            </a:r>
            <a:r>
              <a:rPr lang="en-US" sz="2400">
                <a:latin typeface="Aptos"/>
                <a:cs typeface="Arial"/>
              </a:rPr>
              <a:t>. </a:t>
            </a:r>
            <a:r>
              <a:rPr lang="en-US" sz="2400" err="1">
                <a:latin typeface="Aptos"/>
                <a:cs typeface="Arial"/>
              </a:rPr>
              <a:t>Такое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ожидание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называют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присоединением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 i="1">
                <a:latin typeface="Aptos"/>
                <a:cs typeface="Arial"/>
              </a:rPr>
              <a:t>.</a:t>
            </a:r>
            <a:endParaRPr lang="en-US" sz="2400">
              <a:latin typeface="Aptos"/>
              <a:cs typeface="Arial"/>
            </a:endParaRPr>
          </a:p>
          <a:p>
            <a:r>
              <a:rPr lang="en-US" sz="2400" err="1">
                <a:latin typeface="Aptos"/>
                <a:cs typeface="Arial"/>
              </a:rPr>
              <a:t>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время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определить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подлежит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он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присоединению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нельзя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присоединить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называют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отдельным</a:t>
            </a:r>
            <a:r>
              <a:rPr lang="en-US" sz="2400">
                <a:latin typeface="Aptos"/>
                <a:cs typeface="Arial"/>
              </a:rPr>
              <a:t>). </a:t>
            </a:r>
          </a:p>
          <a:p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является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отдельным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после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завершения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обязательно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нужно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присоединять</a:t>
            </a:r>
            <a:r>
              <a:rPr lang="en-US" sz="2400">
                <a:latin typeface="Aptos"/>
                <a:cs typeface="Arial"/>
              </a:rPr>
              <a:t> к </a:t>
            </a:r>
            <a:r>
              <a:rPr lang="en-US" sz="2400" err="1">
                <a:latin typeface="Aptos"/>
                <a:cs typeface="Arial"/>
              </a:rPr>
              <a:t>создавшему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потоку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чтобы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избежать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утечки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памяти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 sz="240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FBADE-4A30-8D8F-700E-E82291CE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7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E0ED-2EB4-2E7D-35F1-0A40F7C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</a:t>
            </a:r>
            <a:r>
              <a:rPr lang="en-US"/>
              <a:t> </a:t>
            </a:r>
            <a:r>
              <a:rPr lang="en-US" err="1"/>
              <a:t>завершения</a:t>
            </a:r>
            <a:r>
              <a:rPr lang="en-US"/>
              <a:t> </a:t>
            </a:r>
            <a:r>
              <a:rPr lang="en-US" err="1"/>
              <a:t>потока</a:t>
            </a:r>
            <a:r>
              <a:rPr lang="en-US"/>
              <a:t> в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7B52-57D2-353F-7685-0F27AC9E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B7561-9DB6-A1BE-9CD3-8E4E3B87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75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5AFC-F5E1-4688-0B35-D75DD234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178" y="653474"/>
            <a:ext cx="9678613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err="1">
                <a:latin typeface="Aptos Display"/>
                <a:cs typeface="Arial"/>
              </a:rPr>
              <a:t>Примеры</a:t>
            </a:r>
            <a:r>
              <a:rPr lang="en-US">
                <a:latin typeface="Aptos Display"/>
                <a:cs typeface="Arial"/>
              </a:rPr>
              <a:t> </a:t>
            </a:r>
            <a:r>
              <a:rPr lang="en-US" err="1">
                <a:latin typeface="Aptos Display"/>
                <a:cs typeface="Arial"/>
              </a:rPr>
              <a:t>остановки</a:t>
            </a:r>
            <a:r>
              <a:rPr lang="en-US">
                <a:latin typeface="Aptos Display"/>
                <a:cs typeface="Arial"/>
              </a:rPr>
              <a:t> и </a:t>
            </a:r>
            <a:r>
              <a:rPr lang="en-US" err="1">
                <a:latin typeface="Aptos Display"/>
                <a:cs typeface="Arial"/>
              </a:rPr>
              <a:t>возобновления</a:t>
            </a:r>
            <a:r>
              <a:rPr lang="en-US">
                <a:latin typeface="Aptos Display"/>
                <a:cs typeface="Arial"/>
              </a:rPr>
              <a:t> </a:t>
            </a:r>
            <a:r>
              <a:rPr lang="en-US" err="1">
                <a:latin typeface="Aptos Display"/>
                <a:cs typeface="Arial"/>
              </a:rPr>
              <a:t>потоков</a:t>
            </a:r>
            <a:r>
              <a:rPr lang="en-US">
                <a:latin typeface="Aptos Display"/>
                <a:cs typeface="Arial"/>
              </a:rPr>
              <a:t> в Windows</a:t>
            </a:r>
          </a:p>
          <a:p>
            <a:endParaRPr lang="en-US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7FDC-A985-C9B3-9A7C-D5B168D07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7690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77E58-671E-B273-F527-0BE3593D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76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04FC-E29A-BD10-0E81-2B785DD7D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218"/>
            <a:ext cx="10515600" cy="54857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err="1">
                <a:latin typeface="Aptos"/>
                <a:cs typeface="Arial"/>
              </a:rPr>
              <a:t>Нельзя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определять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порядок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позаботившись</a:t>
            </a:r>
            <a:r>
              <a:rPr lang="en-US" sz="2400">
                <a:latin typeface="Aptos"/>
                <a:cs typeface="Arial"/>
              </a:rPr>
              <a:t> о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поддержке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так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как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скорость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зависит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многих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факторов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большинство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которых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программист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контролирует</a:t>
            </a:r>
            <a:r>
              <a:rPr lang="en-US" sz="2400">
                <a:latin typeface="Aptos"/>
                <a:cs typeface="Arial"/>
              </a:rPr>
              <a:t>.</a:t>
            </a:r>
          </a:p>
          <a:p>
            <a:r>
              <a:rPr lang="en-US" sz="2400" err="1">
                <a:latin typeface="Aptos"/>
                <a:cs typeface="Arial"/>
              </a:rPr>
              <a:t>Для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поддерживается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такая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иерархия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как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для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процессов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который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создал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другой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имеет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равные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ним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права</a:t>
            </a:r>
            <a:r>
              <a:rPr lang="en-US" sz="2400">
                <a:latin typeface="Aptos"/>
                <a:cs typeface="Arial"/>
              </a:rPr>
              <a:t>. </a:t>
            </a:r>
          </a:p>
          <a:p>
            <a:r>
              <a:rPr lang="en-US" sz="2400" err="1">
                <a:latin typeface="Aptos"/>
                <a:cs typeface="Arial"/>
              </a:rPr>
              <a:t>Стек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очищается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после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выхода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функции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Чтобы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предотвратить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это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сохранить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переменные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для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последующих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вызовов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следует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использовать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локальную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память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 (Thread Local Storage)</a:t>
            </a:r>
            <a:endParaRPr lang="en-US" sz="2400">
              <a:latin typeface="Aptos"/>
              <a:cs typeface="Arial"/>
            </a:endParaRPr>
          </a:p>
          <a:p>
            <a:endParaRPr lang="en-US" sz="2400"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B1FD0-3662-51F3-8EFA-30A0E732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5941-ACD6-1D6E-C7E5-BAC0D5D9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Передача</a:t>
            </a:r>
            <a:r>
              <a:rPr lang="en-US"/>
              <a:t> </a:t>
            </a:r>
            <a:r>
              <a:rPr lang="en-US" err="1"/>
              <a:t>управления</a:t>
            </a:r>
            <a:r>
              <a:rPr lang="en-US"/>
              <a:t> </a:t>
            </a:r>
            <a:r>
              <a:rPr lang="en-US" err="1"/>
              <a:t>планировщику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D0E1-25B9-F26B-0388-6A28F28C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320"/>
            <a:ext cx="10699954" cy="44373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err="1">
                <a:latin typeface="Aptos"/>
                <a:cs typeface="Arial"/>
              </a:rPr>
              <a:t>Переход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между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их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состояниями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реализован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основе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.</a:t>
            </a:r>
          </a:p>
          <a:p>
            <a:r>
              <a:rPr lang="en-US" sz="2600" err="1">
                <a:latin typeface="Aptos"/>
                <a:cs typeface="Arial"/>
              </a:rPr>
              <a:t>Во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время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определяют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каким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алгоритмом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его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организовать</a:t>
            </a:r>
            <a:r>
              <a:rPr lang="en-US" sz="2600">
                <a:latin typeface="Aptos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CE8D9-17A1-2B96-FDAE-AD6CC7A2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9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3E8F-824E-9E84-1502-FB3F8EA1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91" y="391196"/>
            <a:ext cx="9961418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err="1"/>
              <a:t>Алгоритмы</a:t>
            </a:r>
            <a:r>
              <a:rPr lang="en-US" sz="4000"/>
              <a:t> </a:t>
            </a:r>
            <a:r>
              <a:rPr lang="en-US" sz="4000" err="1"/>
              <a:t>планирования</a:t>
            </a:r>
            <a:br>
              <a:rPr lang="en-US" sz="4000"/>
            </a:br>
            <a:r>
              <a:rPr lang="en-US" sz="4000" err="1"/>
              <a:t>выполнения</a:t>
            </a:r>
            <a:r>
              <a:rPr lang="en-US" sz="4000"/>
              <a:t> </a:t>
            </a:r>
            <a:r>
              <a:rPr lang="en-US" sz="4000" err="1"/>
              <a:t>потоков</a:t>
            </a:r>
            <a:endParaRPr lang="en-US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B451-9CF6-2AF2-0996-8C26E05F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16</a:t>
            </a:fld>
            <a:endParaRPr lang="en-US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F434B049-B275-9DB1-6E7C-03D529CF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43" y="1810364"/>
            <a:ext cx="6583005" cy="47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5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4102-7EB4-9CB9-F212-0B94584F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616"/>
            <a:ext cx="10515600" cy="581761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err="1">
                <a:latin typeface="Aptos"/>
                <a:cs typeface="Arial"/>
              </a:rPr>
              <a:t>Алгоритмы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можно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разделить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два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класса</a:t>
            </a:r>
            <a:r>
              <a:rPr lang="en-US" sz="2600">
                <a:latin typeface="Aptos"/>
                <a:cs typeface="Arial"/>
              </a:rPr>
              <a:t>: </a:t>
            </a:r>
            <a:r>
              <a:rPr lang="en-US" sz="2600" err="1">
                <a:latin typeface="Aptos"/>
                <a:cs typeface="Arial"/>
              </a:rPr>
              <a:t>вытесняющие</a:t>
            </a:r>
            <a:r>
              <a:rPr lang="en-US" sz="2600">
                <a:latin typeface="Aptos"/>
                <a:cs typeface="Arial"/>
              </a:rPr>
              <a:t> и </a:t>
            </a:r>
            <a:r>
              <a:rPr lang="en-US" sz="2600" err="1">
                <a:latin typeface="Aptos"/>
                <a:cs typeface="Arial"/>
              </a:rPr>
              <a:t>невытесняющие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алгоритмы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.</a:t>
            </a:r>
            <a:endParaRPr lang="en-US"/>
          </a:p>
          <a:p>
            <a:pPr marL="0" indent="0">
              <a:buNone/>
            </a:pPr>
            <a:endParaRPr lang="en-US" sz="2600">
              <a:latin typeface="Aptos"/>
              <a:cs typeface="Arial"/>
            </a:endParaRPr>
          </a:p>
          <a:p>
            <a:r>
              <a:rPr lang="en-US" sz="2600" err="1">
                <a:latin typeface="Aptos"/>
                <a:cs typeface="Arial"/>
              </a:rPr>
              <a:t>Невытесняющие</a:t>
            </a:r>
            <a:r>
              <a:rPr lang="en-US" sz="2600">
                <a:latin typeface="Aptos"/>
                <a:cs typeface="Arial"/>
              </a:rPr>
              <a:t> (non-preemptive) </a:t>
            </a:r>
            <a:r>
              <a:rPr lang="en-US" sz="2600" err="1">
                <a:latin typeface="Aptos"/>
                <a:cs typeface="Arial"/>
              </a:rPr>
              <a:t>алгоритмы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основаны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том</a:t>
            </a:r>
            <a:r>
              <a:rPr lang="en-US" sz="2600">
                <a:latin typeface="Aptos"/>
                <a:cs typeface="Arial"/>
              </a:rPr>
              <a:t>, </a:t>
            </a:r>
            <a:r>
              <a:rPr lang="en-US" sz="2600" err="1">
                <a:latin typeface="Aptos"/>
                <a:cs typeface="Arial"/>
              </a:rPr>
              <a:t>что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активному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потоку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позволяется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выполняться</a:t>
            </a:r>
            <a:r>
              <a:rPr lang="en-US" sz="2600">
                <a:latin typeface="Aptos"/>
                <a:cs typeface="Arial"/>
              </a:rPr>
              <a:t>, </a:t>
            </a:r>
            <a:r>
              <a:rPr lang="en-US" sz="2600" err="1">
                <a:latin typeface="Aptos"/>
                <a:cs typeface="Arial"/>
              </a:rPr>
              <a:t>пока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он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сам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отдаст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управление</a:t>
            </a:r>
            <a:r>
              <a:rPr lang="en-US" sz="2600">
                <a:latin typeface="Aptos"/>
                <a:cs typeface="Arial"/>
              </a:rPr>
              <a:t> ОС </a:t>
            </a:r>
            <a:r>
              <a:rPr lang="en-US" sz="2600" err="1">
                <a:latin typeface="Aptos"/>
                <a:cs typeface="Arial"/>
              </a:rPr>
              <a:t>для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того</a:t>
            </a:r>
            <a:r>
              <a:rPr lang="en-US" sz="2600">
                <a:latin typeface="Aptos"/>
                <a:cs typeface="Arial"/>
              </a:rPr>
              <a:t>, </a:t>
            </a:r>
            <a:r>
              <a:rPr lang="en-US" sz="2600" err="1">
                <a:latin typeface="Aptos"/>
                <a:cs typeface="Arial"/>
              </a:rPr>
              <a:t>чтобы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выбрала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из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очереди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готовый</a:t>
            </a:r>
            <a:r>
              <a:rPr lang="en-US" sz="2600">
                <a:latin typeface="Aptos"/>
                <a:cs typeface="Arial"/>
              </a:rPr>
              <a:t> к </a:t>
            </a:r>
            <a:r>
              <a:rPr lang="en-US" sz="2600" err="1">
                <a:latin typeface="Aptos"/>
                <a:cs typeface="Arial"/>
              </a:rPr>
              <a:t>выполнению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</a:t>
            </a:r>
            <a:r>
              <a:rPr lang="en-US" sz="2600">
                <a:latin typeface="Aptos"/>
                <a:cs typeface="Arial"/>
              </a:rPr>
              <a:t>.</a:t>
            </a:r>
          </a:p>
          <a:p>
            <a:r>
              <a:rPr lang="en-US" sz="2600" err="1">
                <a:latin typeface="Aptos"/>
                <a:cs typeface="Arial"/>
              </a:rPr>
              <a:t>Вытесняющие</a:t>
            </a:r>
            <a:r>
              <a:rPr lang="en-US" sz="2600">
                <a:latin typeface="Aptos"/>
                <a:cs typeface="Arial"/>
              </a:rPr>
              <a:t> (preemptive) </a:t>
            </a:r>
            <a:r>
              <a:rPr lang="en-US" sz="2600" err="1">
                <a:latin typeface="Aptos"/>
                <a:cs typeface="Arial"/>
              </a:rPr>
              <a:t>алгоритмы</a:t>
            </a:r>
            <a:r>
              <a:rPr lang="en-US" sz="2600">
                <a:latin typeface="Aptos"/>
                <a:cs typeface="Arial"/>
              </a:rPr>
              <a:t> - </a:t>
            </a:r>
            <a:r>
              <a:rPr lang="en-US" sz="2600" err="1">
                <a:latin typeface="Aptos"/>
                <a:cs typeface="Arial"/>
              </a:rPr>
              <a:t>это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такие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способы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, в </a:t>
            </a:r>
            <a:r>
              <a:rPr lang="en-US" sz="2600" err="1">
                <a:latin typeface="Aptos"/>
                <a:cs typeface="Arial"/>
              </a:rPr>
              <a:t>которых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решение</a:t>
            </a:r>
            <a:r>
              <a:rPr lang="en-US" sz="2600">
                <a:latin typeface="Aptos"/>
                <a:cs typeface="Arial"/>
              </a:rPr>
              <a:t> о </a:t>
            </a:r>
            <a:r>
              <a:rPr lang="en-US" sz="2600" err="1">
                <a:latin typeface="Aptos"/>
                <a:cs typeface="Arial"/>
              </a:rPr>
              <a:t>переключении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процессора</a:t>
            </a:r>
            <a:r>
              <a:rPr lang="en-US" sz="2600">
                <a:latin typeface="Aptos"/>
                <a:cs typeface="Arial"/>
              </a:rPr>
              <a:t> с </a:t>
            </a:r>
            <a:r>
              <a:rPr lang="en-US" sz="2600" err="1">
                <a:latin typeface="Aptos"/>
                <a:cs typeface="Arial"/>
              </a:rPr>
              <a:t>выполнения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одного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выполнение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другого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принимается</a:t>
            </a:r>
            <a:r>
              <a:rPr lang="en-US" sz="2600">
                <a:latin typeface="Aptos"/>
                <a:cs typeface="Arial"/>
              </a:rPr>
              <a:t> ОС, а </a:t>
            </a:r>
            <a:r>
              <a:rPr lang="en-US" sz="2600" err="1">
                <a:latin typeface="Aptos"/>
                <a:cs typeface="Arial"/>
              </a:rPr>
              <a:t>не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активной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задачей</a:t>
            </a:r>
            <a:r>
              <a:rPr lang="en-US" sz="2600">
                <a:latin typeface="Aptos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776D-544D-C4A7-5E23-FE926B60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59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180E-B8A6-760B-480D-E0FA5312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3130"/>
            <a:ext cx="10515600" cy="57021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/>
              <a:t>В </a:t>
            </a:r>
            <a:r>
              <a:rPr lang="en-US" sz="2600" err="1"/>
              <a:t>большинстве</a:t>
            </a:r>
            <a:r>
              <a:rPr lang="en-US" sz="2600"/>
              <a:t> </a:t>
            </a:r>
            <a:r>
              <a:rPr lang="en-US" sz="2600" err="1"/>
              <a:t>современных</a:t>
            </a:r>
            <a:r>
              <a:rPr lang="en-US" sz="2600"/>
              <a:t> ОС </a:t>
            </a:r>
            <a:r>
              <a:rPr lang="en-US" sz="2600" err="1">
                <a:ea typeface="+mn-lt"/>
                <a:cs typeface="+mn-lt"/>
              </a:rPr>
              <a:t>реализованы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вытесняющие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алгоритмы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планирования</a:t>
            </a:r>
            <a:r>
              <a:rPr lang="en-US" sz="2600">
                <a:ea typeface="+mn-lt"/>
                <a:cs typeface="+mn-lt"/>
              </a:rPr>
              <a:t>.  В </a:t>
            </a:r>
            <a:r>
              <a:rPr lang="en-US" sz="2600" err="1">
                <a:ea typeface="+mn-lt"/>
                <a:cs typeface="+mn-lt"/>
              </a:rPr>
              <a:t>основе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многих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таких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алгоритмов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лежит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концепция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квантования</a:t>
            </a:r>
            <a:r>
              <a:rPr lang="en-US" sz="2600">
                <a:ea typeface="+mn-lt"/>
                <a:cs typeface="+mn-lt"/>
              </a:rPr>
              <a:t>.</a:t>
            </a:r>
          </a:p>
          <a:p>
            <a:endParaRPr lang="en-US" sz="2600"/>
          </a:p>
          <a:p>
            <a:pPr marL="0" indent="0">
              <a:buNone/>
            </a:pPr>
            <a:r>
              <a:rPr lang="en-US" sz="2600" err="1">
                <a:ea typeface="+mn-lt"/>
                <a:cs typeface="+mn-lt"/>
              </a:rPr>
              <a:t>Смена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активного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происходит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если</a:t>
            </a:r>
            <a:r>
              <a:rPr lang="en-US" sz="2600">
                <a:ea typeface="+mn-lt"/>
                <a:cs typeface="+mn-lt"/>
              </a:rPr>
              <a:t>:</a:t>
            </a:r>
          </a:p>
          <a:p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завершился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произошла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ошибка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перешел</a:t>
            </a:r>
            <a:r>
              <a:rPr lang="en-US" sz="2600">
                <a:ea typeface="+mn-lt"/>
                <a:cs typeface="+mn-lt"/>
              </a:rPr>
              <a:t> в </a:t>
            </a:r>
            <a:r>
              <a:rPr lang="en-US" sz="2600" err="1">
                <a:ea typeface="+mn-lt"/>
                <a:cs typeface="+mn-lt"/>
              </a:rPr>
              <a:t>состояние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ожидания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исчерпан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времени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отведенный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данному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потоку</a:t>
            </a:r>
            <a:r>
              <a:rPr lang="en-US" sz="2600">
                <a:ea typeface="+mn-lt"/>
                <a:cs typeface="+mn-lt"/>
              </a:rPr>
              <a:t> (</a:t>
            </a:r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переходит</a:t>
            </a:r>
            <a:r>
              <a:rPr lang="en-US" sz="2600">
                <a:ea typeface="+mn-lt"/>
                <a:cs typeface="+mn-lt"/>
              </a:rPr>
              <a:t> в </a:t>
            </a:r>
            <a:r>
              <a:rPr lang="en-US" sz="2600" err="1">
                <a:ea typeface="+mn-lt"/>
                <a:cs typeface="+mn-lt"/>
              </a:rPr>
              <a:t>состояние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готовности</a:t>
            </a:r>
            <a:r>
              <a:rPr lang="en-US" sz="2600">
                <a:ea typeface="+mn-lt"/>
                <a:cs typeface="+mn-lt"/>
              </a:rPr>
              <a:t> и </a:t>
            </a:r>
            <a:r>
              <a:rPr lang="en-US" sz="2600" err="1">
                <a:ea typeface="+mn-lt"/>
                <a:cs typeface="+mn-lt"/>
              </a:rPr>
              <a:t>ожидает</a:t>
            </a:r>
            <a:r>
              <a:rPr lang="en-US" sz="2600">
                <a:ea typeface="+mn-lt"/>
                <a:cs typeface="+mn-lt"/>
              </a:rPr>
              <a:t> когда </a:t>
            </a:r>
            <a:r>
              <a:rPr lang="en-US" sz="2600" err="1">
                <a:ea typeface="+mn-lt"/>
                <a:cs typeface="+mn-lt"/>
              </a:rPr>
              <a:t>ему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будет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предоставлен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новый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процессорного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времени</a:t>
            </a:r>
            <a:r>
              <a:rPr lang="en-US" sz="2600">
                <a:ea typeface="+mn-lt"/>
                <a:cs typeface="+mn-lt"/>
              </a:rPr>
              <a:t>)</a:t>
            </a:r>
            <a:endParaRPr lang="en-US" sz="2600"/>
          </a:p>
          <a:p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9332-6CEB-AC25-1D86-F2C0B44E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07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AF43-40DC-B270-54C8-C3F570DD1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444"/>
            <a:ext cx="10515600" cy="58407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Особенности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алгоритмов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основанных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514350" indent="-514350">
              <a:buAutoNum type="arabicParenR"/>
            </a:pPr>
            <a:r>
              <a:rPr lang="en-US" err="1">
                <a:ea typeface="+mn-lt"/>
                <a:cs typeface="+mn-lt"/>
              </a:rPr>
              <a:t>Переключение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контекстов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связано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потерями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которые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зависят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частоты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переключения</a:t>
            </a:r>
            <a:r>
              <a:rPr lang="en-US">
                <a:ea typeface="+mn-lt"/>
                <a:cs typeface="+mn-lt"/>
              </a:rPr>
              <a:t>, т. е. </a:t>
            </a:r>
            <a:r>
              <a:rPr lang="en-US" err="1">
                <a:ea typeface="+mn-lt"/>
                <a:cs typeface="+mn-lt"/>
              </a:rPr>
              <a:t>чем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больше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меньше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суммарные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затраты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arenR"/>
            </a:pPr>
            <a:r>
              <a:rPr lang="en-US">
                <a:ea typeface="+mn-lt"/>
                <a:cs typeface="+mn-lt"/>
              </a:rPr>
              <a:t>С </a:t>
            </a:r>
            <a:r>
              <a:rPr lang="en-US" err="1">
                <a:ea typeface="+mn-lt"/>
                <a:cs typeface="+mn-lt"/>
              </a:rPr>
              <a:t>увеличением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может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ухудшено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качество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обслуживания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пользователей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связанное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ростом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реакции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системы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514350" indent="-514350">
              <a:buAutoNum type="arabicParenR"/>
            </a:pPr>
            <a:r>
              <a:rPr lang="en-US">
                <a:ea typeface="+mn-lt"/>
                <a:cs typeface="+mn-lt"/>
              </a:rPr>
              <a:t>В </a:t>
            </a:r>
            <a:r>
              <a:rPr lang="en-US" err="1">
                <a:ea typeface="+mn-lt"/>
                <a:cs typeface="+mn-lt"/>
              </a:rPr>
              <a:t>алгоритмах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основанных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, ОС </a:t>
            </a:r>
            <a:r>
              <a:rPr lang="en-US" err="1">
                <a:ea typeface="+mn-lt"/>
                <a:cs typeface="+mn-lt"/>
              </a:rPr>
              <a:t>не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имеет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никаких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сведений</a:t>
            </a:r>
            <a:r>
              <a:rPr lang="en-US">
                <a:ea typeface="+mn-lt"/>
                <a:cs typeface="+mn-lt"/>
              </a:rPr>
              <a:t> о </a:t>
            </a:r>
            <a:r>
              <a:rPr lang="en-US" err="1">
                <a:ea typeface="+mn-lt"/>
                <a:cs typeface="+mn-lt"/>
              </a:rPr>
              <a:t>решаемых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задачах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Работа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при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базируется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«</a:t>
            </a:r>
            <a:r>
              <a:rPr lang="en-US" err="1">
                <a:ea typeface="+mn-lt"/>
                <a:cs typeface="+mn-lt"/>
              </a:rPr>
              <a:t>истории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существования</a:t>
            </a:r>
            <a:r>
              <a:rPr lang="en-US">
                <a:ea typeface="+mn-lt"/>
                <a:cs typeface="+mn-lt"/>
              </a:rPr>
              <a:t>» </a:t>
            </a:r>
            <a:r>
              <a:rPr lang="en-US" err="1">
                <a:ea typeface="+mn-lt"/>
                <a:cs typeface="+mn-lt"/>
              </a:rPr>
              <a:t>потока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системе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0FA2D-AF0A-7123-8431-7089EC15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03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2E69-351C-B877-AA56-942A2B84D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745"/>
            <a:ext cx="10515600" cy="59446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Важной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концепцией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лежащей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основе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многих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вытесняющих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алгоритмов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планиро­вания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является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приоритетное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обслуживание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Оно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предполагает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наличие</a:t>
            </a:r>
            <a:r>
              <a:rPr lang="en-US">
                <a:ea typeface="+mn-lt"/>
                <a:cs typeface="+mn-lt"/>
              </a:rPr>
              <a:t> у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не­которой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изначально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известной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характеристики</a:t>
            </a:r>
            <a:r>
              <a:rPr lang="en-US">
                <a:ea typeface="+mn-lt"/>
                <a:cs typeface="+mn-lt"/>
              </a:rPr>
              <a:t> - </a:t>
            </a:r>
            <a:r>
              <a:rPr lang="en-US" err="1">
                <a:ea typeface="+mn-lt"/>
                <a:cs typeface="+mn-lt"/>
              </a:rPr>
              <a:t>приоритета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основании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которого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определяется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порядок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выполнения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Чем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приоритет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привилегии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потока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меньше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находится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очередях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r>
              <a:rPr lang="en-US" err="1">
                <a:ea typeface="+mn-lt"/>
                <a:cs typeface="+mn-lt"/>
              </a:rPr>
              <a:t>Приоритет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задается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числом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5DA76-A523-C293-7DBA-721DD12D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56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C274-9A6A-BE40-383A-A0E35A04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482" y="1341897"/>
            <a:ext cx="10939035" cy="57746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В </a:t>
            </a:r>
            <a:r>
              <a:rPr lang="en-US" err="1"/>
              <a:t>большинстве</a:t>
            </a:r>
            <a:r>
              <a:rPr lang="en-US"/>
              <a:t> </a:t>
            </a:r>
            <a:r>
              <a:rPr lang="en-US" err="1"/>
              <a:t>операционных</a:t>
            </a:r>
            <a:r>
              <a:rPr lang="en-US"/>
              <a:t> </a:t>
            </a:r>
            <a:r>
              <a:rPr lang="en-US" err="1"/>
              <a:t>систем</a:t>
            </a:r>
            <a:r>
              <a:rPr lang="en-US"/>
              <a:t>, </a:t>
            </a:r>
            <a:r>
              <a:rPr lang="en-US" err="1"/>
              <a:t>поддерживающих</a:t>
            </a:r>
            <a:r>
              <a:rPr lang="en-US"/>
              <a:t> </a:t>
            </a:r>
            <a:r>
              <a:rPr lang="en-US" err="1"/>
              <a:t>потоки</a:t>
            </a:r>
            <a:r>
              <a:rPr lang="en-US"/>
              <a:t>, </a:t>
            </a:r>
            <a:r>
              <a:rPr lang="en-US" err="1"/>
              <a:t>приоритет</a:t>
            </a:r>
            <a:r>
              <a:rPr lang="en-US"/>
              <a:t> </a:t>
            </a:r>
            <a:r>
              <a:rPr lang="en-US" err="1"/>
              <a:t>потока</a:t>
            </a:r>
            <a:r>
              <a:rPr lang="en-US"/>
              <a:t> </a:t>
            </a:r>
            <a:r>
              <a:rPr lang="en-US" err="1"/>
              <a:t>связан</a:t>
            </a:r>
            <a:r>
              <a:rPr lang="en-US"/>
              <a:t> с </a:t>
            </a:r>
            <a:r>
              <a:rPr lang="en-US" err="1"/>
              <a:t>приоритетом</a:t>
            </a:r>
            <a:r>
              <a:rPr lang="en-US"/>
              <a:t> </a:t>
            </a:r>
            <a:r>
              <a:rPr lang="en-US" err="1"/>
              <a:t>процесса</a:t>
            </a:r>
            <a:r>
              <a:rPr lang="en-US"/>
              <a:t>, в </a:t>
            </a:r>
            <a:r>
              <a:rPr lang="en-US" err="1"/>
              <a:t>рамках</a:t>
            </a:r>
            <a:r>
              <a:rPr lang="en-US"/>
              <a:t> </a:t>
            </a:r>
            <a:r>
              <a:rPr lang="en-US" err="1"/>
              <a:t>которого</a:t>
            </a:r>
            <a:r>
              <a:rPr lang="en-US"/>
              <a:t> </a:t>
            </a:r>
            <a:r>
              <a:rPr lang="en-US" err="1"/>
              <a:t>выполняется</a:t>
            </a:r>
            <a:r>
              <a:rPr lang="en-US"/>
              <a:t> </a:t>
            </a:r>
            <a:r>
              <a:rPr lang="en-US" err="1"/>
              <a:t>поток</a:t>
            </a:r>
            <a:r>
              <a:rPr lang="en-US"/>
              <a:t>. </a:t>
            </a:r>
            <a:r>
              <a:rPr lang="en-US" err="1"/>
              <a:t>Приоритет</a:t>
            </a:r>
            <a:r>
              <a:rPr lang="en-US"/>
              <a:t> </a:t>
            </a:r>
            <a:r>
              <a:rPr lang="en-US" err="1"/>
              <a:t>процесса</a:t>
            </a:r>
            <a:r>
              <a:rPr lang="en-US"/>
              <a:t> </a:t>
            </a:r>
            <a:r>
              <a:rPr lang="en-US" err="1"/>
              <a:t>назначается</a:t>
            </a:r>
            <a:r>
              <a:rPr lang="en-US"/>
              <a:t> </a:t>
            </a:r>
            <a:r>
              <a:rPr lang="en-US" err="1"/>
              <a:t>операционной</a:t>
            </a:r>
            <a:r>
              <a:rPr lang="en-US"/>
              <a:t> </a:t>
            </a:r>
            <a:r>
              <a:rPr lang="en-US" err="1"/>
              <a:t>системой</a:t>
            </a:r>
            <a:r>
              <a:rPr lang="en-US"/>
              <a:t> </a:t>
            </a:r>
            <a:r>
              <a:rPr lang="en-US" err="1"/>
              <a:t>при</a:t>
            </a:r>
            <a:r>
              <a:rPr lang="en-US"/>
              <a:t> </a:t>
            </a:r>
            <a:r>
              <a:rPr lang="en-US" err="1"/>
              <a:t>его</a:t>
            </a:r>
            <a:r>
              <a:rPr lang="en-US"/>
              <a:t> </a:t>
            </a:r>
            <a:r>
              <a:rPr lang="en-US" err="1"/>
              <a:t>создании</a:t>
            </a:r>
            <a:r>
              <a:rPr lang="en-US"/>
              <a:t>.</a:t>
            </a:r>
          </a:p>
          <a:p>
            <a:r>
              <a:rPr lang="en-US" err="1"/>
              <a:t>При</a:t>
            </a:r>
            <a:r>
              <a:rPr lang="en-US"/>
              <a:t> </a:t>
            </a:r>
            <a:r>
              <a:rPr lang="en-US" err="1"/>
              <a:t>назначении</a:t>
            </a:r>
            <a:r>
              <a:rPr lang="en-US"/>
              <a:t> </a:t>
            </a:r>
            <a:r>
              <a:rPr lang="en-US" err="1"/>
              <a:t>приоритетов</a:t>
            </a:r>
            <a:r>
              <a:rPr lang="en-US"/>
              <a:t> </a:t>
            </a:r>
            <a:r>
              <a:rPr lang="en-US" err="1"/>
              <a:t>вновь</a:t>
            </a:r>
            <a:r>
              <a:rPr lang="en-US"/>
              <a:t> </a:t>
            </a:r>
            <a:r>
              <a:rPr lang="en-US" err="1"/>
              <a:t>созданному</a:t>
            </a:r>
            <a:r>
              <a:rPr lang="en-US"/>
              <a:t> </a:t>
            </a:r>
            <a:r>
              <a:rPr lang="en-US" err="1"/>
              <a:t>процессу</a:t>
            </a:r>
            <a:r>
              <a:rPr lang="en-US"/>
              <a:t> ОС </a:t>
            </a:r>
            <a:r>
              <a:rPr lang="en-US" err="1"/>
              <a:t>учитывается</a:t>
            </a:r>
            <a:r>
              <a:rPr lang="en-US"/>
              <a:t>, </a:t>
            </a:r>
            <a:r>
              <a:rPr lang="en-US" err="1"/>
              <a:t>является</a:t>
            </a:r>
            <a:r>
              <a:rPr lang="en-US"/>
              <a:t> </a:t>
            </a:r>
            <a:r>
              <a:rPr lang="en-US" err="1"/>
              <a:t>ли</a:t>
            </a:r>
            <a:r>
              <a:rPr lang="en-US"/>
              <a:t> </a:t>
            </a:r>
            <a:r>
              <a:rPr lang="en-US" err="1"/>
              <a:t>этот</a:t>
            </a:r>
            <a:r>
              <a:rPr lang="en-US"/>
              <a:t> </a:t>
            </a:r>
            <a:r>
              <a:rPr lang="en-US" err="1"/>
              <a:t>процесс</a:t>
            </a:r>
            <a:r>
              <a:rPr lang="en-US"/>
              <a:t> </a:t>
            </a:r>
            <a:r>
              <a:rPr lang="en-US" err="1"/>
              <a:t>системным</a:t>
            </a:r>
            <a:r>
              <a:rPr lang="en-US"/>
              <a:t> </a:t>
            </a:r>
            <a:r>
              <a:rPr lang="en-US" err="1"/>
              <a:t>или</a:t>
            </a:r>
            <a:r>
              <a:rPr lang="en-US"/>
              <a:t> </a:t>
            </a:r>
            <a:r>
              <a:rPr lang="en-US" err="1"/>
              <a:t>прикладным</a:t>
            </a:r>
            <a:r>
              <a:rPr lang="en-US"/>
              <a:t>, </a:t>
            </a:r>
            <a:r>
              <a:rPr lang="en-US" err="1"/>
              <a:t>каков</a:t>
            </a:r>
            <a:r>
              <a:rPr lang="en-US"/>
              <a:t> </a:t>
            </a:r>
            <a:r>
              <a:rPr lang="en-US" err="1"/>
              <a:t>статус</a:t>
            </a:r>
            <a:r>
              <a:rPr lang="en-US"/>
              <a:t> </a:t>
            </a:r>
            <a:r>
              <a:rPr lang="en-US" err="1"/>
              <a:t>пользователя</a:t>
            </a:r>
            <a:r>
              <a:rPr lang="en-US"/>
              <a:t>, </a:t>
            </a:r>
            <a:r>
              <a:rPr lang="en-US" err="1"/>
              <a:t>запустившего</a:t>
            </a:r>
            <a:r>
              <a:rPr lang="en-US"/>
              <a:t> </a:t>
            </a:r>
            <a:r>
              <a:rPr lang="en-US" err="1"/>
              <a:t>его</a:t>
            </a:r>
            <a:r>
              <a:rPr lang="en-US"/>
              <a:t>, </a:t>
            </a:r>
            <a:r>
              <a:rPr lang="en-US" err="1"/>
              <a:t>было</a:t>
            </a:r>
            <a:r>
              <a:rPr lang="en-US"/>
              <a:t> </a:t>
            </a:r>
            <a:r>
              <a:rPr lang="en-US" err="1"/>
              <a:t>ли</a:t>
            </a:r>
            <a:r>
              <a:rPr lang="en-US"/>
              <a:t> </a:t>
            </a:r>
            <a:r>
              <a:rPr lang="en-US" err="1"/>
              <a:t>явное</a:t>
            </a:r>
            <a:r>
              <a:rPr lang="en-US"/>
              <a:t> </a:t>
            </a:r>
            <a:r>
              <a:rPr lang="en-US" err="1"/>
              <a:t>указание</a:t>
            </a:r>
            <a:r>
              <a:rPr lang="en-US"/>
              <a:t> </a:t>
            </a:r>
            <a:r>
              <a:rPr lang="en-US" err="1"/>
              <a:t>пользователя</a:t>
            </a:r>
            <a:r>
              <a:rPr lang="en-US"/>
              <a:t> о </a:t>
            </a:r>
            <a:r>
              <a:rPr lang="en-US" err="1"/>
              <a:t>присвоении</a:t>
            </a:r>
            <a:r>
              <a:rPr lang="en-US"/>
              <a:t> </a:t>
            </a:r>
            <a:r>
              <a:rPr lang="en-US" err="1"/>
              <a:t>процессу</a:t>
            </a:r>
            <a:r>
              <a:rPr lang="en-US"/>
              <a:t> </a:t>
            </a:r>
            <a:r>
              <a:rPr lang="en-US" err="1"/>
              <a:t>определенного</a:t>
            </a:r>
            <a:r>
              <a:rPr lang="en-US"/>
              <a:t> </a:t>
            </a:r>
            <a:r>
              <a:rPr lang="en-US" err="1"/>
              <a:t>уровня</a:t>
            </a:r>
            <a:r>
              <a:rPr lang="en-US"/>
              <a:t> </a:t>
            </a:r>
            <a:r>
              <a:rPr lang="en-US" err="1"/>
              <a:t>приоритета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4C948-FBC0-BF78-F4F6-6259A0B8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19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31A29-0919-4FDB-0E3B-50BE2B08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754"/>
            <a:ext cx="10515600" cy="5748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400" err="1">
                <a:ea typeface="+mn-lt"/>
                <a:cs typeface="+mn-lt"/>
              </a:rPr>
              <a:t>Изменения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могут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происходить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инициативе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самого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когда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он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обращается</a:t>
            </a:r>
            <a:r>
              <a:rPr lang="en-US" sz="2400">
                <a:ea typeface="+mn-lt"/>
                <a:cs typeface="+mn-lt"/>
              </a:rPr>
              <a:t> с </a:t>
            </a:r>
            <a:r>
              <a:rPr lang="en-US" sz="2400" err="1">
                <a:ea typeface="+mn-lt"/>
                <a:cs typeface="+mn-lt"/>
              </a:rPr>
              <a:t>соответствующим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вызовом</a:t>
            </a:r>
            <a:r>
              <a:rPr lang="en-US" sz="2400">
                <a:ea typeface="+mn-lt"/>
                <a:cs typeface="+mn-lt"/>
              </a:rPr>
              <a:t> к ОС,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инициативе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когда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он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соответствующую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команду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/>
          </a:p>
          <a:p>
            <a:pPr marL="342900" indent="-342900"/>
            <a:r>
              <a:rPr lang="en-US" sz="2400" err="1">
                <a:ea typeface="+mn-lt"/>
                <a:cs typeface="+mn-lt"/>
              </a:rPr>
              <a:t>Кроме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этого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сама</a:t>
            </a:r>
            <a:r>
              <a:rPr lang="en-US" sz="2400">
                <a:ea typeface="+mn-lt"/>
                <a:cs typeface="+mn-lt"/>
              </a:rPr>
              <a:t> ОС </a:t>
            </a:r>
            <a:r>
              <a:rPr lang="en-US" sz="2400" err="1">
                <a:ea typeface="+mn-lt"/>
                <a:cs typeface="+mn-lt"/>
              </a:rPr>
              <a:t>может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изменить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зависимости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ситуации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складывающейся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системе</a:t>
            </a:r>
            <a:r>
              <a:rPr lang="en-US" sz="2400">
                <a:ea typeface="+mn-lt"/>
                <a:cs typeface="+mn-lt"/>
              </a:rPr>
              <a:t>. В </a:t>
            </a:r>
            <a:r>
              <a:rPr lang="en-US" sz="2400" err="1">
                <a:ea typeface="+mn-lt"/>
                <a:cs typeface="+mn-lt"/>
              </a:rPr>
              <a:t>последнем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случае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называются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динамическими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отличие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неизменяемых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фиксированных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приоритетов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pPr marL="342900" indent="-342900"/>
            <a:r>
              <a:rPr lang="en-US" sz="2400" err="1">
                <a:ea typeface="+mn-lt"/>
                <a:cs typeface="+mn-lt"/>
              </a:rPr>
              <a:t>Возможности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пользователей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влиять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процессов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ограничены</a:t>
            </a:r>
            <a:r>
              <a:rPr lang="en-US" sz="2400">
                <a:ea typeface="+mn-lt"/>
                <a:cs typeface="+mn-lt"/>
              </a:rPr>
              <a:t> ОС.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D1A88-558B-BCBD-DD20-8F93DC66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01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1CC4-C5EE-B8D0-50AE-6217FF72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0" y="879271"/>
            <a:ext cx="10515600" cy="56675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err="1">
                <a:latin typeface="Aptos"/>
                <a:cs typeface="Arial"/>
              </a:rPr>
              <a:t>Существуют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две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разновидности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планирования</a:t>
            </a:r>
            <a:r>
              <a:rPr lang="en-US" sz="2400">
                <a:latin typeface="Aptos"/>
                <a:cs typeface="Arial"/>
              </a:rPr>
              <a:t>: с </a:t>
            </a:r>
            <a:r>
              <a:rPr lang="en-US" sz="2400" err="1">
                <a:latin typeface="Aptos"/>
                <a:cs typeface="Arial"/>
              </a:rPr>
              <a:t>относительными</a:t>
            </a:r>
            <a:r>
              <a:rPr lang="en-US" sz="2400">
                <a:latin typeface="Aptos"/>
                <a:cs typeface="Arial"/>
              </a:rPr>
              <a:t> и </a:t>
            </a:r>
            <a:r>
              <a:rPr lang="en-US" sz="2400" err="1">
                <a:latin typeface="Aptos"/>
                <a:cs typeface="Arial"/>
              </a:rPr>
              <a:t>абсолютными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. </a:t>
            </a:r>
            <a:endParaRPr lang="en-US"/>
          </a:p>
          <a:p>
            <a:pPr marL="0" indent="0">
              <a:buNone/>
            </a:pPr>
            <a:endParaRPr lang="en-US" sz="2400">
              <a:latin typeface="Aptos"/>
              <a:cs typeface="Arial"/>
            </a:endParaRPr>
          </a:p>
          <a:p>
            <a:r>
              <a:rPr lang="en-US" sz="2400">
                <a:latin typeface="Aptos"/>
                <a:cs typeface="Arial"/>
              </a:rPr>
              <a:t>В </a:t>
            </a:r>
            <a:r>
              <a:rPr lang="en-US" sz="2400" err="1">
                <a:latin typeface="Aptos"/>
                <a:cs typeface="Arial"/>
              </a:rPr>
              <a:t>системах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относительными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активный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выполня­ется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тех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пор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он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сам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покинет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процессор</a:t>
            </a:r>
            <a:r>
              <a:rPr lang="en-US" sz="2400">
                <a:latin typeface="Aptos"/>
                <a:cs typeface="Arial"/>
              </a:rPr>
              <a:t>. В Windows — </a:t>
            </a:r>
            <a:r>
              <a:rPr lang="en-US" sz="2400" err="1">
                <a:latin typeface="Aptos"/>
                <a:cs typeface="Arial"/>
              </a:rPr>
              <a:t>относительный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</a:t>
            </a:r>
            <a:r>
              <a:rPr lang="en-US" sz="2400">
                <a:latin typeface="Aptos"/>
                <a:cs typeface="Arial"/>
              </a:rPr>
              <a:t>.</a:t>
            </a:r>
          </a:p>
          <a:p>
            <a:r>
              <a:rPr lang="en-US" sz="2400">
                <a:latin typeface="Aptos"/>
                <a:cs typeface="Arial"/>
              </a:rPr>
              <a:t>В </a:t>
            </a:r>
            <a:r>
              <a:rPr lang="en-US" sz="2400" err="1">
                <a:latin typeface="Aptos"/>
                <a:cs typeface="Arial"/>
              </a:rPr>
              <a:t>системах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аб­солютными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активного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прерывается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еще</a:t>
            </a:r>
            <a:r>
              <a:rPr lang="en-US" sz="2400">
                <a:latin typeface="Aptos"/>
                <a:cs typeface="Arial"/>
              </a:rPr>
              <a:t> и </a:t>
            </a:r>
            <a:r>
              <a:rPr lang="en-US" sz="2400" err="1">
                <a:latin typeface="Aptos"/>
                <a:cs typeface="Arial"/>
              </a:rPr>
              <a:t>по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причи­не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появления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имеющего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более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высокий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чем</a:t>
            </a:r>
            <a:r>
              <a:rPr lang="en-US" sz="2400">
                <a:latin typeface="Aptos"/>
                <a:cs typeface="Arial"/>
              </a:rPr>
              <a:t> у </a:t>
            </a:r>
            <a:r>
              <a:rPr lang="en-US" sz="2400" err="1">
                <a:latin typeface="Aptos"/>
                <a:cs typeface="Arial"/>
              </a:rPr>
              <a:t>активного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. В </a:t>
            </a:r>
            <a:r>
              <a:rPr lang="en-US" sz="2400" err="1">
                <a:latin typeface="Aptos"/>
                <a:cs typeface="Arial"/>
              </a:rPr>
              <a:t>этом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случае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прерванный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переходит</a:t>
            </a:r>
            <a:r>
              <a:rPr lang="en-US" sz="2400">
                <a:latin typeface="Aptos"/>
                <a:cs typeface="Arial"/>
              </a:rPr>
              <a:t> в </a:t>
            </a:r>
            <a:r>
              <a:rPr lang="en-US" sz="2400" err="1">
                <a:latin typeface="Aptos"/>
                <a:cs typeface="Arial"/>
              </a:rPr>
              <a:t>состояние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готовности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 sz="240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01C2F-6306-14A1-4953-B7BB1983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74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6DCA-F9D1-1BC5-2BAF-BA17D11E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Примеры</a:t>
            </a:r>
            <a:r>
              <a:rPr lang="en-US"/>
              <a:t> </a:t>
            </a:r>
            <a:r>
              <a:rPr lang="en-US" err="1"/>
              <a:t>назначения</a:t>
            </a:r>
            <a:r>
              <a:rPr lang="en-US"/>
              <a:t> </a:t>
            </a:r>
            <a:r>
              <a:rPr lang="en-US" err="1"/>
              <a:t>приоритета</a:t>
            </a:r>
            <a:r>
              <a:rPr lang="en-US"/>
              <a:t> </a:t>
            </a:r>
            <a:r>
              <a:rPr lang="en-US" err="1"/>
              <a:t>потокам</a:t>
            </a:r>
            <a:r>
              <a:rPr lang="en-US"/>
              <a:t> в Windows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D175-F5EB-68B0-462A-F870DDB2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1699E-0F51-23EF-CB1B-33173B46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73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A438-B5D4-9710-BA9C-123CE90F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Использование</a:t>
            </a:r>
            <a:r>
              <a:rPr lang="en-US"/>
              <a:t> </a:t>
            </a:r>
            <a:r>
              <a:rPr lang="en-US" err="1"/>
              <a:t>общего</a:t>
            </a:r>
            <a:r>
              <a:rPr lang="en-US"/>
              <a:t> </a:t>
            </a:r>
            <a:r>
              <a:rPr lang="en-US" err="1"/>
              <a:t>адресного</a:t>
            </a:r>
            <a:r>
              <a:rPr lang="en-US"/>
              <a:t> </a:t>
            </a:r>
            <a:r>
              <a:rPr lang="en-US" err="1"/>
              <a:t>пространства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9F9D5-C5EC-EDF9-F487-66019722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B7D2C4-E6E0-DD08-B75A-A0254D873A2D}"/>
              </a:ext>
            </a:extLst>
          </p:cNvPr>
          <p:cNvSpPr>
            <a:spLocks noGrp="1"/>
          </p:cNvSpPr>
          <p:nvPr/>
        </p:nvSpPr>
        <p:spPr>
          <a:xfrm>
            <a:off x="838200" y="2039031"/>
            <a:ext cx="10515600" cy="3921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latin typeface="Aptos"/>
                <a:cs typeface="Arial"/>
              </a:rPr>
              <a:t>Система</a:t>
            </a:r>
            <a:r>
              <a:rPr lang="en-US">
                <a:latin typeface="Aptos"/>
                <a:cs typeface="Arial"/>
              </a:rPr>
              <a:t> Windows </a:t>
            </a:r>
            <a:r>
              <a:rPr lang="en-US" err="1">
                <a:latin typeface="Aptos"/>
                <a:cs typeface="Arial"/>
              </a:rPr>
              <a:t>поддерживает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многопоточность</a:t>
            </a:r>
            <a:r>
              <a:rPr lang="en-US">
                <a:latin typeface="Aptos"/>
                <a:cs typeface="Arial"/>
              </a:rPr>
              <a:t>.</a:t>
            </a:r>
          </a:p>
          <a:p>
            <a:r>
              <a:rPr lang="en-US" err="1">
                <a:ea typeface="+mn-lt"/>
                <a:cs typeface="+mn-lt"/>
              </a:rPr>
              <a:t>Когда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многопоточный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однопроцессорной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системе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потоки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выполняются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сменяя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друг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друга</a:t>
            </a:r>
            <a:r>
              <a:rPr lang="en-US">
                <a:ea typeface="+mn-lt"/>
                <a:cs typeface="+mn-lt"/>
              </a:rPr>
              <a:t>. </a:t>
            </a:r>
          </a:p>
          <a:p>
            <a:r>
              <a:rPr lang="en-US" err="1">
                <a:ea typeface="+mn-lt"/>
                <a:cs typeface="+mn-lt"/>
              </a:rPr>
              <a:t>Многопоточный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режим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осуществляется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аналогичным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способом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Центральный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быстро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переключается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между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потоками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создавая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иллюзию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что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выполняются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параллельно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2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11A0-D90A-495A-04F7-89FFD60D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4" y="822661"/>
            <a:ext cx="10589341" cy="5715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err="1"/>
              <a:t>Различные</a:t>
            </a:r>
            <a:r>
              <a:rPr lang="en-US" sz="2600"/>
              <a:t> </a:t>
            </a:r>
            <a:r>
              <a:rPr lang="en-US" sz="2600" err="1"/>
              <a:t>потоки</a:t>
            </a:r>
            <a:r>
              <a:rPr lang="en-US" sz="2600"/>
              <a:t> в </a:t>
            </a:r>
            <a:r>
              <a:rPr lang="en-US" sz="2600" err="1"/>
              <a:t>процессе</a:t>
            </a:r>
            <a:r>
              <a:rPr lang="en-US" sz="2600"/>
              <a:t> </a:t>
            </a:r>
            <a:r>
              <a:rPr lang="en-US" sz="2600" err="1"/>
              <a:t>не</a:t>
            </a:r>
            <a:r>
              <a:rPr lang="en-US" sz="2600"/>
              <a:t> </a:t>
            </a:r>
            <a:r>
              <a:rPr lang="en-US" sz="2600" err="1"/>
              <a:t>обладают</a:t>
            </a:r>
            <a:r>
              <a:rPr lang="en-US" sz="2600"/>
              <a:t> </a:t>
            </a:r>
            <a:r>
              <a:rPr lang="en-US" sz="2600" err="1"/>
              <a:t>той</a:t>
            </a:r>
            <a:r>
              <a:rPr lang="en-US" sz="2600"/>
              <a:t> </a:t>
            </a:r>
            <a:r>
              <a:rPr lang="en-US" sz="2600" err="1"/>
              <a:t>независимостью</a:t>
            </a:r>
            <a:r>
              <a:rPr lang="en-US" sz="2600"/>
              <a:t>, </a:t>
            </a:r>
            <a:r>
              <a:rPr lang="en-US" sz="2600" err="1"/>
              <a:t>котора</a:t>
            </a:r>
            <a:r>
              <a:rPr lang="en-US" sz="2600"/>
              <a:t> </a:t>
            </a:r>
            <a:r>
              <a:rPr lang="en-US" sz="2600" err="1"/>
              <a:t>есть</a:t>
            </a:r>
            <a:r>
              <a:rPr lang="en-US" sz="2600"/>
              <a:t> у </a:t>
            </a:r>
            <a:r>
              <a:rPr lang="en-US" sz="2600" err="1"/>
              <a:t>различных</a:t>
            </a:r>
            <a:r>
              <a:rPr lang="en-US" sz="2600"/>
              <a:t> </a:t>
            </a:r>
            <a:r>
              <a:rPr lang="en-US" sz="2600" err="1"/>
              <a:t>процессов</a:t>
            </a:r>
            <a:r>
              <a:rPr lang="en-US" sz="2600"/>
              <a:t>. У </a:t>
            </a:r>
            <a:r>
              <a:rPr lang="en-US" sz="2600" err="1"/>
              <a:t>всех</a:t>
            </a:r>
            <a:r>
              <a:rPr lang="en-US" sz="2600"/>
              <a:t> </a:t>
            </a:r>
            <a:r>
              <a:rPr lang="en-US" sz="2600" err="1"/>
              <a:t>потоков</a:t>
            </a:r>
            <a:r>
              <a:rPr lang="en-US" sz="2600"/>
              <a:t> </a:t>
            </a:r>
            <a:r>
              <a:rPr lang="en-US" sz="2600" err="1"/>
              <a:t>одно</a:t>
            </a:r>
            <a:r>
              <a:rPr lang="en-US" sz="2600"/>
              <a:t> и </a:t>
            </a:r>
            <a:r>
              <a:rPr lang="en-US" sz="2600" err="1"/>
              <a:t>то</a:t>
            </a:r>
            <a:r>
              <a:rPr lang="en-US" sz="2600"/>
              <a:t> </a:t>
            </a:r>
            <a:r>
              <a:rPr lang="en-US" sz="2600" err="1"/>
              <a:t>же</a:t>
            </a:r>
            <a:r>
              <a:rPr lang="en-US" sz="2600"/>
              <a:t> </a:t>
            </a:r>
            <a:r>
              <a:rPr lang="en-US" sz="2600" err="1"/>
              <a:t>адресное</a:t>
            </a:r>
            <a:r>
              <a:rPr lang="en-US" sz="2600"/>
              <a:t> </a:t>
            </a:r>
            <a:r>
              <a:rPr lang="en-US" sz="2600" err="1"/>
              <a:t>пространство</a:t>
            </a:r>
            <a:r>
              <a:rPr lang="en-US" sz="2600"/>
              <a:t>, а </a:t>
            </a:r>
            <a:r>
              <a:rPr lang="en-US" sz="2600" err="1"/>
              <a:t>значит</a:t>
            </a:r>
            <a:r>
              <a:rPr lang="en-US" sz="2600"/>
              <a:t>, </a:t>
            </a:r>
            <a:r>
              <a:rPr lang="en-US" sz="2600" err="1"/>
              <a:t>они</a:t>
            </a:r>
            <a:r>
              <a:rPr lang="en-US" sz="2600"/>
              <a:t> </a:t>
            </a:r>
            <a:r>
              <a:rPr lang="en-US" sz="2600" err="1"/>
              <a:t>совместно</a:t>
            </a:r>
            <a:r>
              <a:rPr lang="en-US" sz="2600"/>
              <a:t> </a:t>
            </a:r>
            <a:r>
              <a:rPr lang="en-US" sz="2600" err="1"/>
              <a:t>используют</a:t>
            </a:r>
            <a:r>
              <a:rPr lang="en-US" sz="2600"/>
              <a:t> </a:t>
            </a:r>
            <a:r>
              <a:rPr lang="en-US" sz="2600" err="1"/>
              <a:t>одни</a:t>
            </a:r>
            <a:r>
              <a:rPr lang="en-US" sz="2600"/>
              <a:t> и </a:t>
            </a:r>
            <a:r>
              <a:rPr lang="en-US" sz="2600" err="1"/>
              <a:t>те</a:t>
            </a:r>
            <a:r>
              <a:rPr lang="en-US" sz="2600"/>
              <a:t> </a:t>
            </a:r>
            <a:r>
              <a:rPr lang="en-US" sz="2600" err="1"/>
              <a:t>же</a:t>
            </a:r>
            <a:r>
              <a:rPr lang="en-US" sz="2600"/>
              <a:t> </a:t>
            </a:r>
            <a:r>
              <a:rPr lang="en-US" sz="2600" err="1"/>
              <a:t>глобальные</a:t>
            </a:r>
            <a:r>
              <a:rPr lang="en-US" sz="2600"/>
              <a:t> </a:t>
            </a:r>
            <a:r>
              <a:rPr lang="en-US" sz="2600" err="1"/>
              <a:t>переменные</a:t>
            </a:r>
            <a:r>
              <a:rPr lang="en-US" sz="2600"/>
              <a:t>. </a:t>
            </a:r>
          </a:p>
          <a:p>
            <a:r>
              <a:rPr lang="en-US" sz="2600" err="1"/>
              <a:t>Поскольку</a:t>
            </a:r>
            <a:r>
              <a:rPr lang="en-US" sz="2600"/>
              <a:t> </a:t>
            </a:r>
            <a:r>
              <a:rPr lang="en-US" sz="2600" err="1"/>
              <a:t>каждый</a:t>
            </a:r>
            <a:r>
              <a:rPr lang="en-US" sz="2600"/>
              <a:t> </a:t>
            </a:r>
            <a:r>
              <a:rPr lang="en-US" sz="2600" err="1"/>
              <a:t>поток</a:t>
            </a:r>
            <a:r>
              <a:rPr lang="en-US" sz="2600"/>
              <a:t> </a:t>
            </a:r>
            <a:r>
              <a:rPr lang="en-US" sz="2600" err="1"/>
              <a:t>может</a:t>
            </a:r>
            <a:r>
              <a:rPr lang="en-US" sz="2600"/>
              <a:t> </a:t>
            </a:r>
            <a:r>
              <a:rPr lang="en-US" sz="2600" err="1"/>
              <a:t>иметь</a:t>
            </a:r>
            <a:r>
              <a:rPr lang="en-US" sz="2600"/>
              <a:t> </a:t>
            </a:r>
            <a:r>
              <a:rPr lang="en-US" sz="2600" err="1"/>
              <a:t>доступ</a:t>
            </a:r>
            <a:r>
              <a:rPr lang="en-US" sz="2600"/>
              <a:t> к </a:t>
            </a:r>
            <a:r>
              <a:rPr lang="en-US" sz="2600" err="1"/>
              <a:t>любому</a:t>
            </a:r>
            <a:r>
              <a:rPr lang="en-US" sz="2600"/>
              <a:t> </a:t>
            </a:r>
            <a:r>
              <a:rPr lang="en-US" sz="2600" err="1"/>
              <a:t>адресу</a:t>
            </a:r>
            <a:r>
              <a:rPr lang="en-US" sz="2600"/>
              <a:t> </a:t>
            </a:r>
            <a:r>
              <a:rPr lang="en-US" sz="2600" err="1"/>
              <a:t>памяти</a:t>
            </a:r>
            <a:r>
              <a:rPr lang="en-US" sz="2600"/>
              <a:t> в </a:t>
            </a:r>
            <a:r>
              <a:rPr lang="en-US" sz="2600" err="1"/>
              <a:t>пределах</a:t>
            </a:r>
            <a:r>
              <a:rPr lang="en-US" sz="2600"/>
              <a:t> </a:t>
            </a:r>
            <a:r>
              <a:rPr lang="en-US" sz="2600" err="1"/>
              <a:t>адресного</a:t>
            </a:r>
            <a:r>
              <a:rPr lang="en-US" sz="2600"/>
              <a:t> </a:t>
            </a:r>
            <a:r>
              <a:rPr lang="en-US" sz="2600" err="1"/>
              <a:t>пространства</a:t>
            </a:r>
            <a:r>
              <a:rPr lang="en-US" sz="2600"/>
              <a:t> </a:t>
            </a:r>
            <a:r>
              <a:rPr lang="en-US" sz="2600" err="1"/>
              <a:t>процесса</a:t>
            </a:r>
            <a:r>
              <a:rPr lang="en-US" sz="2600"/>
              <a:t>, </a:t>
            </a:r>
            <a:r>
              <a:rPr lang="en-US" sz="2600" err="1"/>
              <a:t>один</a:t>
            </a:r>
            <a:r>
              <a:rPr lang="en-US" sz="2600"/>
              <a:t> </a:t>
            </a:r>
            <a:r>
              <a:rPr lang="en-US" sz="2600" err="1"/>
              <a:t>поток</a:t>
            </a:r>
            <a:r>
              <a:rPr lang="en-US" sz="2600"/>
              <a:t> </a:t>
            </a:r>
            <a:r>
              <a:rPr lang="en-US" sz="2600" err="1"/>
              <a:t>можетсчитывать</a:t>
            </a:r>
            <a:r>
              <a:rPr lang="en-US" sz="2600"/>
              <a:t> и </a:t>
            </a:r>
            <a:r>
              <a:rPr lang="en-US" sz="2600" err="1"/>
              <a:t>стирать</a:t>
            </a:r>
            <a:r>
              <a:rPr lang="en-US" sz="2600"/>
              <a:t> </a:t>
            </a:r>
            <a:r>
              <a:rPr lang="en-US" sz="2600" err="1"/>
              <a:t>данные</a:t>
            </a:r>
            <a:r>
              <a:rPr lang="en-US" sz="2600"/>
              <a:t> </a:t>
            </a:r>
            <a:r>
              <a:rPr lang="en-US" sz="2600" err="1"/>
              <a:t>из</a:t>
            </a:r>
            <a:r>
              <a:rPr lang="en-US" sz="2600"/>
              <a:t> </a:t>
            </a:r>
            <a:r>
              <a:rPr lang="en-US" sz="2600" err="1"/>
              <a:t>стека</a:t>
            </a:r>
            <a:r>
              <a:rPr lang="en-US" sz="2600"/>
              <a:t> </a:t>
            </a:r>
            <a:r>
              <a:rPr lang="en-US" sz="2600" err="1"/>
              <a:t>другого</a:t>
            </a:r>
            <a:r>
              <a:rPr lang="en-US" sz="2600"/>
              <a:t> </a:t>
            </a:r>
            <a:r>
              <a:rPr lang="en-US" sz="2600" err="1"/>
              <a:t>потока</a:t>
            </a:r>
            <a:r>
              <a:rPr lang="en-US" sz="2600"/>
              <a:t>, </a:t>
            </a:r>
            <a:r>
              <a:rPr lang="en-US" sz="2600" err="1"/>
              <a:t>записывать</a:t>
            </a:r>
            <a:r>
              <a:rPr lang="en-US" sz="2600"/>
              <a:t> </a:t>
            </a:r>
            <a:r>
              <a:rPr lang="en-US" sz="2600" err="1"/>
              <a:t>туда</a:t>
            </a:r>
            <a:r>
              <a:rPr lang="en-US" sz="2600"/>
              <a:t> </a:t>
            </a:r>
            <a:r>
              <a:rPr lang="en-US" sz="2600" err="1"/>
              <a:t>свои</a:t>
            </a:r>
            <a:r>
              <a:rPr lang="en-US" sz="2600"/>
              <a:t> </a:t>
            </a:r>
            <a:r>
              <a:rPr lang="en-US" sz="2600" err="1"/>
              <a:t>данные</a:t>
            </a:r>
            <a:r>
              <a:rPr lang="en-US" sz="2600"/>
              <a:t>.</a:t>
            </a:r>
          </a:p>
          <a:p>
            <a:r>
              <a:rPr lang="en-US" sz="2600" err="1">
                <a:ea typeface="+mn-lt"/>
                <a:cs typeface="+mn-lt"/>
              </a:rPr>
              <a:t>Защита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между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потоками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отсутствует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потому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что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ее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невозможно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осуществить</a:t>
            </a:r>
            <a:r>
              <a:rPr lang="en-US" sz="2600">
                <a:ea typeface="+mn-lt"/>
                <a:cs typeface="+mn-lt"/>
              </a:rPr>
              <a:t> и в </a:t>
            </a:r>
            <a:r>
              <a:rPr lang="en-US" sz="2600" err="1">
                <a:ea typeface="+mn-lt"/>
                <a:cs typeface="+mn-lt"/>
              </a:rPr>
              <a:t>ней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необходимости</a:t>
            </a:r>
            <a:r>
              <a:rPr lang="en-US" sz="2600">
                <a:ea typeface="+mn-lt"/>
                <a:cs typeface="+mn-lt"/>
              </a:rPr>
              <a:t>. </a:t>
            </a:r>
            <a:r>
              <a:rPr lang="en-US" sz="2600" err="1">
                <a:ea typeface="+mn-lt"/>
                <a:cs typeface="+mn-lt"/>
              </a:rPr>
              <a:t>Один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всегда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принадлежит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одному</a:t>
            </a:r>
            <a:r>
              <a:rPr lang="en-US" sz="2600">
                <a:ea typeface="+mn-lt"/>
                <a:cs typeface="+mn-lt"/>
              </a:rPr>
              <a:t> и </a:t>
            </a:r>
            <a:r>
              <a:rPr lang="en-US" sz="2600" err="1">
                <a:ea typeface="+mn-lt"/>
                <a:cs typeface="+mn-lt"/>
              </a:rPr>
              <a:t>тому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же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пользователю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который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создал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несколько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потоков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для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совместной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работы</a:t>
            </a:r>
            <a:r>
              <a:rPr lang="en-US" sz="2600">
                <a:ea typeface="+mn-lt"/>
                <a:cs typeface="+mn-lt"/>
              </a:rPr>
              <a:t>.</a:t>
            </a:r>
            <a:endParaRPr lang="en-US" sz="2600"/>
          </a:p>
          <a:p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744EB-D639-9926-A74A-BA9C1964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3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AE2C-BE47-A8D3-2608-0EAB26D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affinity </a:t>
            </a:r>
            <a:r>
              <a:rPr lang="en-US" sz="4000"/>
              <a:t>(</a:t>
            </a:r>
            <a:r>
              <a:rPr lang="en-US" sz="4000" err="1"/>
              <a:t>привязка</a:t>
            </a:r>
            <a:r>
              <a:rPr lang="en-US" sz="4000"/>
              <a:t> </a:t>
            </a:r>
            <a:r>
              <a:rPr lang="en-US" sz="4000" err="1"/>
              <a:t>потока</a:t>
            </a:r>
            <a:r>
              <a:rPr lang="en-US" sz="4000"/>
              <a:t> к </a:t>
            </a:r>
            <a:r>
              <a:rPr lang="en-US" sz="4000" err="1"/>
              <a:t>процессору</a:t>
            </a:r>
            <a:r>
              <a:rPr lang="en-US" sz="400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66A1-D725-73B3-D486-B08E33C2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0" y="1739593"/>
            <a:ext cx="10515600" cy="1684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err="1">
                <a:ea typeface="+mn-lt"/>
                <a:cs typeface="+mn-lt"/>
              </a:rPr>
              <a:t>Технология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которая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обеспечивает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закрепление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открепление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 к </a:t>
            </a:r>
            <a:r>
              <a:rPr lang="en-US" sz="2400" err="1">
                <a:ea typeface="+mn-lt"/>
                <a:cs typeface="+mn-lt"/>
              </a:rPr>
              <a:t>конкретному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центрального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центральному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набору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процессоров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так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что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будет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выполняться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только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указанном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процессоре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endParaRPr lang="en-US" sz="2400">
              <a:solidFill>
                <a:srgbClr val="202122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773A4-899D-CDE6-A412-46D8C376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B27EC-5414-CBDB-A1B6-F569DEA2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54" y="1039790"/>
            <a:ext cx="11058235" cy="55058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 dirty="0" err="1"/>
              <a:t>Технология</a:t>
            </a:r>
            <a:r>
              <a:rPr lang="en-US" sz="2400" dirty="0"/>
              <a:t> </a:t>
            </a:r>
            <a:r>
              <a:rPr lang="en-US" sz="2400" dirty="0" err="1"/>
              <a:t>привязки</a:t>
            </a:r>
            <a:r>
              <a:rPr lang="en-US" sz="2400" dirty="0"/>
              <a:t> к </a:t>
            </a:r>
            <a:r>
              <a:rPr lang="en-US" sz="2400" dirty="0" err="1"/>
              <a:t>процессору</a:t>
            </a:r>
            <a:r>
              <a:rPr lang="en-US" sz="2400" dirty="0"/>
              <a:t> </a:t>
            </a:r>
            <a:r>
              <a:rPr lang="en-US" sz="2400" dirty="0" err="1"/>
              <a:t>использует</a:t>
            </a:r>
            <a:r>
              <a:rPr lang="en-US" sz="2400" dirty="0"/>
              <a:t> </a:t>
            </a:r>
            <a:r>
              <a:rPr lang="en-US" sz="2400" dirty="0" err="1"/>
              <a:t>тот</a:t>
            </a:r>
            <a:r>
              <a:rPr lang="en-US" sz="2400" dirty="0"/>
              <a:t> </a:t>
            </a:r>
            <a:r>
              <a:rPr lang="en-US" sz="2400" dirty="0" err="1"/>
              <a:t>факт</a:t>
            </a:r>
            <a:r>
              <a:rPr lang="en-US" sz="2400" dirty="0"/>
              <a:t>, </a:t>
            </a:r>
            <a:r>
              <a:rPr lang="en-US" sz="2400" dirty="0" err="1"/>
              <a:t>что</a:t>
            </a:r>
            <a:r>
              <a:rPr lang="en-US" sz="2400" dirty="0"/>
              <a:t> </a:t>
            </a:r>
            <a:r>
              <a:rPr lang="en-US" sz="2400" dirty="0" err="1"/>
              <a:t>данные</a:t>
            </a:r>
            <a:r>
              <a:rPr lang="en-US" sz="2400" dirty="0"/>
              <a:t> и </a:t>
            </a:r>
            <a:r>
              <a:rPr lang="en-US" sz="2400" dirty="0" err="1"/>
              <a:t>настройки</a:t>
            </a:r>
            <a:r>
              <a:rPr lang="en-US" sz="2400" dirty="0"/>
              <a:t> </a:t>
            </a:r>
            <a:r>
              <a:rPr lang="en-US" sz="2400" dirty="0" err="1"/>
              <a:t>потока</a:t>
            </a:r>
            <a:r>
              <a:rPr lang="en-US" sz="2400" dirty="0"/>
              <a:t>, </a:t>
            </a:r>
            <a:r>
              <a:rPr lang="en-US" sz="2400" dirty="0" err="1"/>
              <a:t>который</a:t>
            </a:r>
            <a:r>
              <a:rPr lang="en-US" sz="2400" dirty="0"/>
              <a:t> </a:t>
            </a:r>
            <a:r>
              <a:rPr lang="en-US" sz="2400" dirty="0" err="1"/>
              <a:t>ранее</a:t>
            </a:r>
            <a:r>
              <a:rPr lang="en-US" sz="2400" dirty="0"/>
              <a:t> </a:t>
            </a:r>
            <a:r>
              <a:rPr lang="en-US" sz="2400" dirty="0" err="1"/>
              <a:t>был</a:t>
            </a:r>
            <a:r>
              <a:rPr lang="en-US" sz="2400" dirty="0"/>
              <a:t> </a:t>
            </a:r>
            <a:r>
              <a:rPr lang="en-US" sz="2400" dirty="0" err="1"/>
              <a:t>запущен</a:t>
            </a:r>
            <a:r>
              <a:rPr lang="en-US" sz="2400" dirty="0"/>
              <a:t> </a:t>
            </a:r>
            <a:r>
              <a:rPr lang="en-US" sz="2400" dirty="0" err="1"/>
              <a:t>на</a:t>
            </a:r>
            <a:r>
              <a:rPr lang="en-US" sz="2400" dirty="0"/>
              <a:t> </a:t>
            </a:r>
            <a:r>
              <a:rPr lang="en-US" sz="2400" dirty="0" err="1"/>
              <a:t>данном</a:t>
            </a:r>
            <a:r>
              <a:rPr lang="en-US" sz="2400" dirty="0"/>
              <a:t> </a:t>
            </a:r>
            <a:r>
              <a:rPr lang="en-US" sz="2400" dirty="0" err="1"/>
              <a:t>процессоре</a:t>
            </a:r>
            <a:r>
              <a:rPr lang="en-US" sz="2400" dirty="0"/>
              <a:t>, </a:t>
            </a:r>
            <a:r>
              <a:rPr lang="en-US" sz="2400" dirty="0" err="1"/>
              <a:t>могут</a:t>
            </a:r>
            <a:r>
              <a:rPr lang="en-US" sz="2400" dirty="0"/>
              <a:t> </a:t>
            </a:r>
            <a:r>
              <a:rPr lang="en-US" sz="2400" dirty="0" err="1"/>
              <a:t>оказаться</a:t>
            </a:r>
            <a:r>
              <a:rPr lang="en-US" sz="2400" dirty="0"/>
              <a:t> </a:t>
            </a:r>
            <a:r>
              <a:rPr lang="en-US" sz="2400" dirty="0" err="1"/>
              <a:t>более</a:t>
            </a:r>
            <a:r>
              <a:rPr lang="en-US" sz="2400" dirty="0"/>
              <a:t> </a:t>
            </a:r>
            <a:r>
              <a:rPr lang="en-US" sz="2400" dirty="0" err="1"/>
              <a:t>быстро</a:t>
            </a:r>
            <a:r>
              <a:rPr lang="en-US" sz="2400" dirty="0"/>
              <a:t> </a:t>
            </a:r>
            <a:r>
              <a:rPr lang="en-US" sz="2400" dirty="0" err="1"/>
              <a:t>доступными</a:t>
            </a:r>
            <a:r>
              <a:rPr lang="en-US" sz="2400" dirty="0"/>
              <a:t> </a:t>
            </a:r>
            <a:r>
              <a:rPr lang="en-US" sz="2400" dirty="0" err="1"/>
              <a:t>для</a:t>
            </a:r>
            <a:r>
              <a:rPr lang="en-US" sz="2400" dirty="0"/>
              <a:t> </a:t>
            </a:r>
            <a:r>
              <a:rPr lang="en-US" sz="2400" dirty="0" err="1"/>
              <a:t>этого</a:t>
            </a:r>
            <a:r>
              <a:rPr lang="en-US" sz="2400" dirty="0"/>
              <a:t> </a:t>
            </a:r>
            <a:r>
              <a:rPr lang="en-US" sz="2400" dirty="0" err="1"/>
              <a:t>процессора</a:t>
            </a:r>
            <a:r>
              <a:rPr lang="en-US" sz="2400" dirty="0"/>
              <a:t>, </a:t>
            </a:r>
            <a:r>
              <a:rPr lang="en-US" sz="2400" dirty="0" err="1"/>
              <a:t>чем</a:t>
            </a:r>
            <a:r>
              <a:rPr lang="en-US" sz="2400" dirty="0"/>
              <a:t> </a:t>
            </a:r>
            <a:r>
              <a:rPr lang="en-US" sz="2400" dirty="0" err="1"/>
              <a:t>для</a:t>
            </a:r>
            <a:r>
              <a:rPr lang="en-US" sz="2400" dirty="0"/>
              <a:t> </a:t>
            </a:r>
            <a:r>
              <a:rPr lang="en-US" sz="2400" dirty="0" err="1"/>
              <a:t>какого-то</a:t>
            </a:r>
            <a:r>
              <a:rPr lang="en-US" sz="2400" dirty="0"/>
              <a:t> </a:t>
            </a:r>
            <a:r>
              <a:rPr lang="en-US" sz="2400" dirty="0" err="1"/>
              <a:t>ещё</a:t>
            </a:r>
            <a:r>
              <a:rPr lang="en-US" sz="2400" dirty="0"/>
              <a:t>. </a:t>
            </a:r>
            <a:endParaRPr lang="en-US" dirty="0"/>
          </a:p>
          <a:p>
            <a:pPr marL="342900" indent="-342900"/>
            <a:r>
              <a:rPr lang="en-US" sz="2400" dirty="0" err="1"/>
              <a:t>Планирование</a:t>
            </a:r>
            <a:r>
              <a:rPr lang="en-US" sz="2400" dirty="0"/>
              <a:t> </a:t>
            </a:r>
            <a:r>
              <a:rPr lang="en-US" sz="2400" dirty="0" err="1"/>
              <a:t>выполнения</a:t>
            </a:r>
            <a:r>
              <a:rPr lang="en-US" sz="2400" dirty="0"/>
              <a:t> </a:t>
            </a:r>
            <a:r>
              <a:rPr lang="en-US" sz="2400" dirty="0" err="1"/>
              <a:t>такого</a:t>
            </a:r>
            <a:r>
              <a:rPr lang="en-US" sz="2400" dirty="0"/>
              <a:t> </a:t>
            </a:r>
            <a:r>
              <a:rPr lang="en-US" sz="2400" dirty="0" err="1"/>
              <a:t>потока</a:t>
            </a:r>
            <a:r>
              <a:rPr lang="en-US" sz="2400" dirty="0"/>
              <a:t> </a:t>
            </a:r>
            <a:r>
              <a:rPr lang="en-US" sz="2400" dirty="0" err="1"/>
              <a:t>на</a:t>
            </a:r>
            <a:r>
              <a:rPr lang="en-US" sz="2400" dirty="0"/>
              <a:t> </a:t>
            </a:r>
            <a:r>
              <a:rPr lang="en-US" sz="2400" dirty="0" err="1"/>
              <a:t>одном</a:t>
            </a:r>
            <a:r>
              <a:rPr lang="en-US" sz="2400" dirty="0"/>
              <a:t> и </a:t>
            </a:r>
            <a:r>
              <a:rPr lang="en-US" sz="2400" dirty="0" err="1"/>
              <a:t>том</a:t>
            </a:r>
            <a:r>
              <a:rPr lang="en-US" sz="2400" dirty="0"/>
              <a:t> </a:t>
            </a:r>
            <a:r>
              <a:rPr lang="en-US" sz="2400" dirty="0" err="1"/>
              <a:t>же</a:t>
            </a:r>
            <a:r>
              <a:rPr lang="en-US" sz="2400" dirty="0"/>
              <a:t> </a:t>
            </a:r>
            <a:r>
              <a:rPr lang="en-US" sz="2400" dirty="0" err="1"/>
              <a:t>процессоре</a:t>
            </a:r>
            <a:r>
              <a:rPr lang="en-US" sz="2400" dirty="0"/>
              <a:t> </a:t>
            </a:r>
            <a:r>
              <a:rPr lang="en-US" sz="2400" dirty="0" err="1"/>
              <a:t>повышает</a:t>
            </a:r>
            <a:r>
              <a:rPr lang="en-US" sz="2400" dirty="0"/>
              <a:t> </a:t>
            </a:r>
            <a:r>
              <a:rPr lang="en-US" sz="2400" dirty="0" err="1"/>
              <a:t>его</a:t>
            </a:r>
            <a:r>
              <a:rPr lang="en-US" sz="2400" dirty="0"/>
              <a:t> </a:t>
            </a:r>
            <a:r>
              <a:rPr lang="en-US" sz="2400" dirty="0" err="1"/>
              <a:t>производительность</a:t>
            </a:r>
            <a:r>
              <a:rPr lang="en-US" sz="2400" dirty="0"/>
              <a:t>.</a:t>
            </a:r>
          </a:p>
          <a:p>
            <a:pPr marL="342900" indent="-342900"/>
            <a:r>
              <a:rPr lang="en-US" sz="2400" dirty="0" err="1"/>
              <a:t>Кроме</a:t>
            </a:r>
            <a:r>
              <a:rPr lang="en-US" sz="2400" dirty="0"/>
              <a:t> </a:t>
            </a:r>
            <a:r>
              <a:rPr lang="en-US" sz="2400" dirty="0" err="1"/>
              <a:t>того</a:t>
            </a:r>
            <a:r>
              <a:rPr lang="en-US" sz="2400" dirty="0"/>
              <a:t>, в </a:t>
            </a:r>
            <a:r>
              <a:rPr lang="en-US" sz="2400" dirty="0" err="1"/>
              <a:t>ряде</a:t>
            </a:r>
            <a:r>
              <a:rPr lang="en-US" sz="2400" dirty="0"/>
              <a:t> </a:t>
            </a:r>
            <a:r>
              <a:rPr lang="en-US" sz="2400" dirty="0" err="1"/>
              <a:t>систем</a:t>
            </a:r>
            <a:r>
              <a:rPr lang="en-US" sz="2400" dirty="0"/>
              <a:t> </a:t>
            </a:r>
            <a:r>
              <a:rPr lang="en-US" sz="2400" dirty="0" err="1"/>
              <a:t>каждый</a:t>
            </a:r>
            <a:r>
              <a:rPr lang="en-US" sz="2400" dirty="0"/>
              <a:t> </a:t>
            </a:r>
            <a:r>
              <a:rPr lang="en-US" sz="2400" dirty="0" err="1"/>
              <a:t>из</a:t>
            </a:r>
            <a:r>
              <a:rPr lang="en-US" sz="2400" dirty="0"/>
              <a:t> </a:t>
            </a:r>
            <a:r>
              <a:rPr lang="en-US" sz="2400" dirty="0" err="1"/>
              <a:t>процессоров</a:t>
            </a:r>
            <a:r>
              <a:rPr lang="en-US" sz="2400" dirty="0"/>
              <a:t> </a:t>
            </a:r>
            <a:r>
              <a:rPr lang="en-US" sz="2400" dirty="0" err="1"/>
              <a:t>может</a:t>
            </a:r>
            <a:r>
              <a:rPr lang="en-US" sz="2400" dirty="0"/>
              <a:t> </a:t>
            </a:r>
            <a:r>
              <a:rPr lang="en-US" sz="2400" dirty="0" err="1"/>
              <a:t>иметь</a:t>
            </a:r>
            <a:r>
              <a:rPr lang="en-US" sz="2400" dirty="0"/>
              <a:t> </a:t>
            </a:r>
            <a:r>
              <a:rPr lang="en-US" sz="2400" dirty="0" err="1"/>
              <a:t>более</a:t>
            </a:r>
            <a:r>
              <a:rPr lang="en-US" sz="2400" dirty="0"/>
              <a:t> </a:t>
            </a:r>
            <a:r>
              <a:rPr lang="en-US" sz="2400" dirty="0" err="1"/>
              <a:t>быстрый</a:t>
            </a:r>
            <a:r>
              <a:rPr lang="en-US" sz="2400" dirty="0"/>
              <a:t> </a:t>
            </a:r>
            <a:r>
              <a:rPr lang="en-US" sz="2400" dirty="0" err="1"/>
              <a:t>доступ</a:t>
            </a:r>
            <a:r>
              <a:rPr lang="en-US" sz="2400" dirty="0"/>
              <a:t> к </a:t>
            </a:r>
            <a:r>
              <a:rPr lang="en-US" sz="2400" dirty="0" err="1"/>
              <a:t>близкому</a:t>
            </a:r>
            <a:r>
              <a:rPr lang="en-US" sz="2400" dirty="0"/>
              <a:t> </a:t>
            </a:r>
            <a:r>
              <a:rPr lang="en-US" sz="2400" dirty="0" err="1"/>
              <a:t>ему</a:t>
            </a:r>
            <a:r>
              <a:rPr lang="en-US" sz="2400" dirty="0"/>
              <a:t> </a:t>
            </a:r>
            <a:r>
              <a:rPr lang="en-US" sz="2400" dirty="0" err="1"/>
              <a:t>региону</a:t>
            </a:r>
            <a:r>
              <a:rPr lang="en-US" sz="2400" dirty="0"/>
              <a:t> </a:t>
            </a:r>
            <a:r>
              <a:rPr lang="en-US" sz="2400" dirty="0" err="1"/>
              <a:t>оперативной</a:t>
            </a:r>
            <a:r>
              <a:rPr lang="en-US" sz="2400" dirty="0"/>
              <a:t> </a:t>
            </a:r>
            <a:r>
              <a:rPr lang="en-US" sz="2400" dirty="0" err="1"/>
              <a:t>памяти</a:t>
            </a:r>
            <a:r>
              <a:rPr lang="en-US" sz="2400" dirty="0"/>
              <a:t>. </a:t>
            </a:r>
            <a:r>
              <a:rPr lang="en-US" sz="2400" dirty="0" err="1"/>
              <a:t>То</a:t>
            </a:r>
            <a:r>
              <a:rPr lang="en-US" sz="2400" dirty="0"/>
              <a:t> </a:t>
            </a:r>
            <a:r>
              <a:rPr lang="en-US" sz="2400" dirty="0" err="1"/>
              <a:t>есть</a:t>
            </a:r>
            <a:r>
              <a:rPr lang="en-US" sz="2400" dirty="0"/>
              <a:t> </a:t>
            </a:r>
            <a:r>
              <a:rPr lang="en-US" sz="2400" dirty="0" err="1"/>
              <a:t>будет</a:t>
            </a:r>
            <a:r>
              <a:rPr lang="en-US" sz="2400" dirty="0"/>
              <a:t> </a:t>
            </a:r>
            <a:r>
              <a:rPr lang="en-US" sz="2400" dirty="0" err="1"/>
              <a:t>рационально</a:t>
            </a:r>
            <a:r>
              <a:rPr lang="en-US" sz="2400" dirty="0"/>
              <a:t> </a:t>
            </a:r>
            <a:r>
              <a:rPr lang="en-US" sz="2400" dirty="0" err="1"/>
              <a:t>сохранять</a:t>
            </a:r>
            <a:r>
              <a:rPr lang="en-US" sz="2400" dirty="0"/>
              <a:t> </a:t>
            </a:r>
            <a:r>
              <a:rPr lang="en-US" sz="2400" dirty="0" err="1"/>
              <a:t>привязку</a:t>
            </a:r>
            <a:r>
              <a:rPr lang="en-US" sz="2400" dirty="0"/>
              <a:t> </a:t>
            </a:r>
            <a:r>
              <a:rPr lang="en-US" sz="2400" dirty="0" err="1"/>
              <a:t>потока</a:t>
            </a:r>
            <a:r>
              <a:rPr lang="en-US" sz="2400" dirty="0"/>
              <a:t> к </a:t>
            </a:r>
            <a:r>
              <a:rPr lang="en-US" sz="2400" dirty="0" err="1"/>
              <a:t>процессору</a:t>
            </a:r>
            <a:r>
              <a:rPr lang="en-US" sz="2400" dirty="0"/>
              <a:t>, </a:t>
            </a:r>
            <a:r>
              <a:rPr lang="en-US" sz="2400" dirty="0" err="1"/>
              <a:t>имеющим</a:t>
            </a:r>
            <a:r>
              <a:rPr lang="en-US" sz="2400" dirty="0"/>
              <a:t> </a:t>
            </a:r>
            <a:r>
              <a:rPr lang="en-US" sz="2400" dirty="0" err="1"/>
              <a:t>быстрый</a:t>
            </a:r>
            <a:r>
              <a:rPr lang="en-US" sz="2400" dirty="0"/>
              <a:t> </a:t>
            </a:r>
            <a:r>
              <a:rPr lang="en-US" sz="2400" dirty="0" err="1"/>
              <a:t>доступ</a:t>
            </a:r>
            <a:r>
              <a:rPr lang="en-US" sz="2400" dirty="0"/>
              <a:t> к </a:t>
            </a:r>
            <a:r>
              <a:rPr lang="en-US" sz="2400" dirty="0" err="1"/>
              <a:t>оперативной</a:t>
            </a:r>
            <a:r>
              <a:rPr lang="en-US" sz="2400" dirty="0"/>
              <a:t> </a:t>
            </a:r>
            <a:r>
              <a:rPr lang="en-US" sz="2400" dirty="0" err="1"/>
              <a:t>памяти</a:t>
            </a:r>
            <a:r>
              <a:rPr lang="en-US" sz="2400" dirty="0"/>
              <a:t>, </a:t>
            </a:r>
            <a:r>
              <a:rPr lang="en-US" sz="2400" dirty="0" err="1"/>
              <a:t>где</a:t>
            </a:r>
            <a:r>
              <a:rPr lang="en-US" sz="2400" dirty="0"/>
              <a:t> </a:t>
            </a:r>
            <a:r>
              <a:rPr lang="en-US" sz="2400" dirty="0" err="1"/>
              <a:t>расположены</a:t>
            </a:r>
            <a:r>
              <a:rPr lang="en-US" sz="2400" dirty="0"/>
              <a:t> </a:t>
            </a:r>
            <a:r>
              <a:rPr lang="en-US" sz="2400" dirty="0" err="1"/>
              <a:t>данные</a:t>
            </a:r>
            <a:r>
              <a:rPr lang="en-US" sz="2400" dirty="0"/>
              <a:t> </a:t>
            </a:r>
            <a:r>
              <a:rPr lang="en-US" sz="2400" dirty="0" err="1"/>
              <a:t>этого</a:t>
            </a:r>
            <a:r>
              <a:rPr lang="en-US" sz="2400" dirty="0"/>
              <a:t> </a:t>
            </a:r>
            <a:r>
              <a:rPr lang="en-US" sz="2400" dirty="0" err="1"/>
              <a:t>потока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BE3A6-A896-04D9-0018-77EE0312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9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Потоки</vt:lpstr>
      <vt:lpstr>Поток</vt:lpstr>
      <vt:lpstr>PowerPoint Presentation</vt:lpstr>
      <vt:lpstr>Создание потока</vt:lpstr>
      <vt:lpstr>PowerPoint Presentation</vt:lpstr>
      <vt:lpstr>Информация о потоке</vt:lpstr>
      <vt:lpstr>PowerPoint Presentation</vt:lpstr>
      <vt:lpstr>PowerPoint Presentation</vt:lpstr>
      <vt:lpstr>Пример создания потоков в Windows (Win32, C++)</vt:lpstr>
      <vt:lpstr>Завершение потока</vt:lpstr>
      <vt:lpstr>Ожидание завершения потока</vt:lpstr>
      <vt:lpstr>Пример завершения потока в Windows</vt:lpstr>
      <vt:lpstr>Примеры остановки и возобновления потоков в Windows </vt:lpstr>
      <vt:lpstr>PowerPoint Presentation</vt:lpstr>
      <vt:lpstr>Передача управления планировщику</vt:lpstr>
      <vt:lpstr>Алгоритмы планирования выполнения потоков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Примеры назначения приоритета потокам в Windows </vt:lpstr>
      <vt:lpstr>Использование общего адресного пространства</vt:lpstr>
      <vt:lpstr>PowerPoint Presentation</vt:lpstr>
      <vt:lpstr>Thread affinity (привязка потока к процессору)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2025-11-07T17:44:49Z</dcterms:created>
  <dcterms:modified xsi:type="dcterms:W3CDTF">2025-11-13T21:19:50Z</dcterms:modified>
</cp:coreProperties>
</file>